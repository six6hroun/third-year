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7.xml.rels" ContentType="application/vnd.openxmlformats-package.relationships+xml"/>
  <Override PartName="/ppt/slideMasters/_rels/slideMaster6.xml.rels" ContentType="application/vnd.openxmlformats-package.relationships+xml"/>
  <Override PartName="/ppt/slideMasters/_rels/slideMaster5.xml.rels" ContentType="application/vnd.openxmlformats-package.relationships+xml"/>
  <Override PartName="/ppt/slideMasters/_rels/slideMaster2.xml.rels" ContentType="application/vnd.openxmlformats-package.relationships+xml"/>
  <Override PartName="/ppt/slideMasters/_rels/slideMaster4.xml.rels" ContentType="application/vnd.openxmlformats-package.relationships+xml"/>
  <Override PartName="/ppt/slideMasters/_rels/slideMaster1.xml.rels" ContentType="application/vnd.openxmlformats-package.relationships+xml"/>
  <Override PartName="/ppt/slideMasters/_rels/slideMaster3.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diagrams/layout12.xml" ContentType="application/vnd.openxmlformats-officedocument.drawingml.diagramLayout+xml"/>
  <Override PartName="/ppt/diagrams/data12.xml" ContentType="application/vnd.openxmlformats-officedocument.drawingml.diagramData+xml"/>
  <Override PartName="/ppt/diagrams/drawing15.xml" ContentType="application/vnd.ms-office.drawingml.diagramDrawing+xml"/>
  <Override PartName="/ppt/diagrams/quickStyle11.xml" ContentType="application/vnd.openxmlformats-officedocument.drawingml.diagramStyle+xml"/>
  <Override PartName="/ppt/diagrams/colors3.xml" ContentType="application/vnd.openxmlformats-officedocument.drawingml.diagramColors+xml"/>
  <Override PartName="/ppt/diagrams/layout11.xml" ContentType="application/vnd.openxmlformats-officedocument.drawingml.diagramLayout+xml"/>
  <Override PartName="/ppt/diagrams/data11.xml" ContentType="application/vnd.openxmlformats-officedocument.drawingml.diagramData+xml"/>
  <Override PartName="/ppt/diagrams/drawing14.xml" ContentType="application/vnd.ms-office.drawingml.diagramDrawing+xml"/>
  <Override PartName="/ppt/diagrams/quickStyle10.xml" ContentType="application/vnd.openxmlformats-officedocument.drawingml.diagramStyle+xml"/>
  <Override PartName="/ppt/diagrams/colors2.xml" ContentType="application/vnd.openxmlformats-officedocument.drawingml.diagramColors+xml"/>
  <Override PartName="/ppt/diagrams/layout10.xml" ContentType="application/vnd.openxmlformats-officedocument.drawingml.diagramLayout+xml"/>
  <Override PartName="/ppt/diagrams/data10.xml" ContentType="application/vnd.openxmlformats-officedocument.drawingml.diagramData+xml"/>
  <Override PartName="/ppt/diagrams/drawing13.xml" ContentType="application/vnd.ms-office.drawingml.diagramDrawing+xml"/>
  <Override PartName="/ppt/diagrams/drawing9.xml" ContentType="application/vnd.ms-office.drawingml.diagramDrawing+xml"/>
  <Override PartName="/ppt/diagrams/quickStyle9.xml" ContentType="application/vnd.openxmlformats-officedocument.drawingml.diagramStyle+xml"/>
  <Override PartName="/ppt/diagrams/layout9.xml" ContentType="application/vnd.openxmlformats-officedocument.drawingml.diagramLayout+xml"/>
  <Override PartName="/ppt/diagrams/colors9.xml" ContentType="application/vnd.openxmlformats-officedocument.drawingml.diagramColors+xml"/>
  <Override PartName="/ppt/diagrams/drawing8.xml" ContentType="application/vnd.ms-office.drawingml.diagramDrawing+xml"/>
  <Override PartName="/ppt/diagrams/quickStyle8.xml" ContentType="application/vnd.openxmlformats-officedocument.drawingml.diagramStyle+xml"/>
  <Override PartName="/ppt/diagrams/layout8.xml" ContentType="application/vnd.openxmlformats-officedocument.drawingml.diagramLayout+xml"/>
  <Override PartName="/ppt/diagrams/data8.xml" ContentType="application/vnd.openxmlformats-officedocument.drawingml.diagramData+xml"/>
  <Override PartName="/ppt/diagrams/drawing3.xml" ContentType="application/vnd.ms-office.drawingml.diagramDrawing+xml"/>
  <Override PartName="/ppt/diagrams/colors10.xml" ContentType="application/vnd.openxmlformats-officedocument.drawingml.diagramColors+xml"/>
  <Override PartName="/ppt/diagrams/quickStyle5.xml" ContentType="application/vnd.openxmlformats-officedocument.drawingml.diagramStyle+xml"/>
  <Override PartName="/ppt/diagrams/data5.xml" ContentType="application/vnd.openxmlformats-officedocument.drawingml.diagramData+xml"/>
  <Override PartName="/ppt/diagrams/layout5.xml" ContentType="application/vnd.openxmlformats-officedocument.drawingml.diagramLayout+xml"/>
  <Override PartName="/ppt/diagrams/drawing4.xml" ContentType="application/vnd.ms-office.drawingml.diagramDrawing+xml"/>
  <Override PartName="/ppt/diagrams/data6.xml" ContentType="application/vnd.openxmlformats-officedocument.drawingml.diagramData+xml"/>
  <Override PartName="/ppt/diagrams/drawing5.xml" ContentType="application/vnd.ms-office.drawingml.diagramDrawing+xml"/>
  <Override PartName="/ppt/diagrams/drawing10.xml" ContentType="application/vnd.ms-office.drawingml.diagramDrawing+xml"/>
  <Override PartName="/ppt/diagrams/colors5.xml" ContentType="application/vnd.openxmlformats-officedocument.drawingml.diagramColors+xml"/>
  <Override PartName="/ppt/diagrams/quickStyle13.xml" ContentType="application/vnd.openxmlformats-officedocument.drawingml.diagramStyle+xml"/>
  <Override PartName="/ppt/diagrams/data14.xml" ContentType="application/vnd.openxmlformats-officedocument.drawingml.diagramData+xml"/>
  <Override PartName="/ppt/diagrams/quickStyle2.xml" ContentType="application/vnd.openxmlformats-officedocument.drawingml.diagramStyle+xml"/>
  <Override PartName="/ppt/diagrams/colors11.xml" ContentType="application/vnd.openxmlformats-officedocument.drawingml.diagramColors+xml"/>
  <Override PartName="/ppt/diagrams/quickStyle6.xml" ContentType="application/vnd.openxmlformats-officedocument.drawingml.diagramStyle+xml"/>
  <Override PartName="/ppt/diagrams/quickStyle1.xml" ContentType="application/vnd.openxmlformats-officedocument.drawingml.diagramStyle+xml"/>
  <Override PartName="/ppt/diagrams/colors4.xml" ContentType="application/vnd.openxmlformats-officedocument.drawingml.diagramColors+xml"/>
  <Override PartName="/ppt/diagrams/quickStyle12.xml" ContentType="application/vnd.openxmlformats-officedocument.drawingml.diagramStyle+xml"/>
  <Override PartName="/ppt/diagrams/drawing12.xml" ContentType="application/vnd.ms-office.drawingml.diagramDrawing+xml"/>
  <Override PartName="/ppt/diagrams/drawing7.xml" ContentType="application/vnd.ms-office.drawingml.diagramDrawing+xml"/>
  <Override PartName="/ppt/diagrams/quickStyle16.xml" ContentType="application/vnd.openxmlformats-officedocument.drawingml.diagramStyle+xml"/>
  <Override PartName="/ppt/diagrams/colors8.xml" ContentType="application/vnd.openxmlformats-officedocument.drawingml.diagramColors+xml"/>
  <Override PartName="/ppt/diagrams/layout16.xml" ContentType="application/vnd.openxmlformats-officedocument.drawingml.diagramLayout+xml"/>
  <Override PartName="/ppt/diagrams/colors1.xml" ContentType="application/vnd.openxmlformats-officedocument.drawingml.diagramColors+xml"/>
  <Override PartName="/ppt/diagrams/colors15.xml" ContentType="application/vnd.openxmlformats-officedocument.drawingml.diagramColors+xml"/>
  <Override PartName="/ppt/diagrams/data16.xml" ContentType="application/vnd.openxmlformats-officedocument.drawingml.diagramData+xml"/>
  <Override PartName="/ppt/diagrams/quickStyle4.xml" ContentType="application/vnd.openxmlformats-officedocument.drawingml.diagramStyle+xml"/>
  <Override PartName="/ppt/diagrams/layout15.xml" ContentType="application/vnd.openxmlformats-officedocument.drawingml.diagramLayout+xml"/>
  <Override PartName="/ppt/diagrams/colors14.xml" ContentType="application/vnd.openxmlformats-officedocument.drawingml.diagramColors+xml"/>
  <Override PartName="/ppt/diagrams/data15.xml" ContentType="application/vnd.openxmlformats-officedocument.drawingml.diagramData+xml"/>
  <Override PartName="/ppt/diagrams/colors6.xml" ContentType="application/vnd.openxmlformats-officedocument.drawingml.diagramColors+xml"/>
  <Override PartName="/ppt/diagrams/quickStyle14.xml" ContentType="application/vnd.openxmlformats-officedocument.drawingml.diagramStyle+xml"/>
  <Override PartName="/ppt/diagrams/quickStyle3.xml" ContentType="application/vnd.openxmlformats-officedocument.drawingml.diagramStyle+xml"/>
  <Override PartName="/ppt/diagrams/layout14.xml" ContentType="application/vnd.openxmlformats-officedocument.drawingml.diagramLayout+xml"/>
  <Override PartName="/ppt/diagrams/colors13.xml" ContentType="application/vnd.openxmlformats-officedocument.drawingml.diagramColors+xml"/>
  <Override PartName="/ppt/diagrams/layout13.xml" ContentType="application/vnd.openxmlformats-officedocument.drawingml.diagramLayout+xml"/>
  <Override PartName="/ppt/diagrams/layout6.xml" ContentType="application/vnd.openxmlformats-officedocument.drawingml.diagramLayout+xml"/>
  <Override PartName="/ppt/diagrams/data13.xml" ContentType="application/vnd.openxmlformats-officedocument.drawingml.diagramData+xml"/>
  <Override PartName="/ppt/diagrams/drawing16.xml" ContentType="application/vnd.ms-office.drawingml.diagramDrawing+xml"/>
  <Override PartName="/ppt/diagrams/layout4.xml" ContentType="application/vnd.openxmlformats-officedocument.drawingml.diagramLayout+xml"/>
  <Override PartName="/ppt/diagrams/data4.xml" ContentType="application/vnd.openxmlformats-officedocument.drawingml.diagramData+xml"/>
  <Override PartName="/ppt/diagrams/drawing2.xml" ContentType="application/vnd.ms-office.drawingml.diagramDrawing+xml"/>
  <Override PartName="/ppt/diagrams/data1.xml" ContentType="application/vnd.openxmlformats-officedocument.drawingml.diagramData+xml"/>
  <Override PartName="/ppt/diagrams/layout2.xml" ContentType="application/vnd.openxmlformats-officedocument.drawingml.diagramLayout+xml"/>
  <Override PartName="/ppt/diagrams/colors16.xml" ContentType="application/vnd.openxmlformats-officedocument.drawingml.diagramColors+xml"/>
  <Override PartName="/ppt/diagrams/layout1.xml" ContentType="application/vnd.openxmlformats-officedocument.drawingml.diagramLayout+xml"/>
  <Override PartName="/ppt/diagrams/data9.xml" ContentType="application/vnd.openxmlformats-officedocument.drawingml.diagramData+xml"/>
  <Override PartName="/ppt/diagrams/drawing1.xml" ContentType="application/vnd.ms-office.drawingml.diagramDrawing+xml"/>
  <Override PartName="/ppt/diagrams/data2.xml" ContentType="application/vnd.openxmlformats-officedocument.drawingml.diagramData+xml"/>
  <Override PartName="/ppt/diagrams/layout3.xml" ContentType="application/vnd.openxmlformats-officedocument.drawingml.diagramLayout+xml"/>
  <Override PartName="/ppt/diagrams/data3.xml" ContentType="application/vnd.openxmlformats-officedocument.drawingml.diagramData+xml"/>
  <Override PartName="/ppt/diagrams/drawing6.xml" ContentType="application/vnd.ms-office.drawingml.diagramDrawing+xml"/>
  <Override PartName="/ppt/diagrams/quickStyle15.xml" ContentType="application/vnd.openxmlformats-officedocument.drawingml.diagramStyle+xml"/>
  <Override PartName="/ppt/diagrams/colors7.xml" ContentType="application/vnd.openxmlformats-officedocument.drawingml.diagramColors+xml"/>
  <Override PartName="/ppt/diagrams/drawing11.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12.xml" ContentType="application/vnd.openxmlformats-officedocument.drawingml.diagramColors+xml"/>
  <Override PartName="/ppt/notesSlides/_rels/notesSlide9.xml.rels" ContentType="application/vnd.openxmlformats-package.relationships+xml"/>
  <Override PartName="/ppt/notesSlides/_rels/notesSlide6.xml.rels" ContentType="application/vnd.openxmlformats-package.relationships+xml"/>
  <Override PartName="/ppt/notesSlides/_rels/notesSlide8.xml.rels" ContentType="application/vnd.openxmlformats-package.relationships+xml"/>
  <Override PartName="/ppt/notesSlides/_rels/notesSlide7.xml.rels" ContentType="application/vnd.openxmlformats-package.relationships+xml"/>
  <Override PartName="/ppt/notesSlides/_rels/notesSlide11.xml.rels" ContentType="application/vnd.openxmlformats-package.relationships+xml"/>
  <Override PartName="/ppt/notesSlides/_rels/notesSlide4.xml.rels" ContentType="application/vnd.openxmlformats-package.relationships+xml"/>
  <Override PartName="/ppt/notesSlides/_rels/notesSlide5.xml.rels" ContentType="application/vnd.openxmlformats-package.relationships+xml"/>
  <Override PartName="/ppt/notesSlides/_rels/notesSlide3.xml.rels" ContentType="application/vnd.openxmlformats-package.relationships+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_rels/presentation.xml.rels" ContentType="application/vnd.openxmlformats-package.relationships+xml"/>
  <Override PartName="/ppt/slideLayouts/_rels/slideLayout34.xml.rels" ContentType="application/vnd.openxmlformats-package.relationships+xml"/>
  <Override PartName="/ppt/slideLayouts/_rels/slideLayout49.xml.rels" ContentType="application/vnd.openxmlformats-package.relationships+xml"/>
  <Override PartName="/ppt/slideLayouts/_rels/slideLayout33.xml.rels" ContentType="application/vnd.openxmlformats-package.relationships+xml"/>
  <Override PartName="/ppt/slideLayouts/_rels/slideLayout29.xml.rels" ContentType="application/vnd.openxmlformats-package.relationships+xml"/>
  <Override PartName="/ppt/slideLayouts/_rels/slideLayout48.xml.rels" ContentType="application/vnd.openxmlformats-package.relationships+xml"/>
  <Override PartName="/ppt/slideLayouts/_rels/slideLayout9.xml.rels" ContentType="application/vnd.openxmlformats-package.relationships+xml"/>
  <Override PartName="/ppt/slideLayouts/_rels/slideLayout13.xml.rels" ContentType="application/vnd.openxmlformats-package.relationships+xml"/>
  <Override PartName="/ppt/slideLayouts/_rels/slideLayout19.xml.rels" ContentType="application/vnd.openxmlformats-package.relationships+xml"/>
  <Override PartName="/ppt/slideLayouts/_rels/slideLayout23.xml.rels" ContentType="application/vnd.openxmlformats-package.relationships+xml"/>
  <Override PartName="/ppt/slideLayouts/_rels/slideLayout84.xml.rels" ContentType="application/vnd.openxmlformats-package.relationships+xml"/>
  <Override PartName="/ppt/slideLayouts/_rels/slideLayout31.xml.rels" ContentType="application/vnd.openxmlformats-package.relationships+xml"/>
  <Override PartName="/ppt/slideLayouts/_rels/slideLayout12.xml.rels" ContentType="application/vnd.openxmlformats-package.relationships+xml"/>
  <Override PartName="/ppt/slideLayouts/_rels/slideLayout18.xml.rels" ContentType="application/vnd.openxmlformats-package.relationships+xml"/>
  <Override PartName="/ppt/slideLayouts/_rels/slideLayout22.xml.rels" ContentType="application/vnd.openxmlformats-package.relationships+xml"/>
  <Override PartName="/ppt/slideLayouts/_rels/slideLayout83.xml.rels" ContentType="application/vnd.openxmlformats-package.relationships+xml"/>
  <Override PartName="/ppt/slideLayouts/_rels/slideLayout79.xml.rels" ContentType="application/vnd.openxmlformats-package.relationships+xml"/>
  <Override PartName="/ppt/slideLayouts/_rels/slideLayout30.xml.rels" ContentType="application/vnd.openxmlformats-package.relationships+xml"/>
  <Override PartName="/ppt/slideLayouts/_rels/slideLayout35.xml.rels" ContentType="application/vnd.openxmlformats-package.relationships+xml"/>
  <Override PartName="/ppt/slideLayouts/_rels/slideLayout57.xml.rels" ContentType="application/vnd.openxmlformats-package.relationships+xml"/>
  <Override PartName="/ppt/slideLayouts/_rels/slideLayout61.xml.rels" ContentType="application/vnd.openxmlformats-package.relationships+xml"/>
  <Override PartName="/ppt/slideLayouts/_rels/slideLayout20.xml.rels" ContentType="application/vnd.openxmlformats-package.relationships+xml"/>
  <Override PartName="/ppt/slideLayouts/_rels/slideLayout16.xml.rels" ContentType="application/vnd.openxmlformats-package.relationships+xml"/>
  <Override PartName="/ppt/slideLayouts/_rels/slideLayout27.xml.rels" ContentType="application/vnd.openxmlformats-package.relationships+xml"/>
  <Override PartName="/ppt/slideLayouts/_rels/slideLayout21.xml.rels" ContentType="application/vnd.openxmlformats-package.relationships+xml"/>
  <Override PartName="/ppt/slideLayouts/_rels/slideLayout17.xml.rels" ContentType="application/vnd.openxmlformats-package.relationships+xml"/>
  <Override PartName="/ppt/slideLayouts/_rels/slideLayout47.xml.rels" ContentType="application/vnd.openxmlformats-package.relationships+xml"/>
  <Override PartName="/ppt/slideLayouts/_rels/slideLayout63.xml.rels" ContentType="application/vnd.openxmlformats-package.relationships+xml"/>
  <Override PartName="/ppt/slideLayouts/_rels/slideLayout54.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3.xml.rels" ContentType="application/vnd.openxmlformats-package.relationships+xml"/>
  <Override PartName="/ppt/slideLayouts/_rels/slideLayout41.xml.rels" ContentType="application/vnd.openxmlformats-package.relationships+xml"/>
  <Override PartName="/ppt/slideLayouts/_rels/slideLayout50.xml.rels" ContentType="application/vnd.openxmlformats-package.relationships+xml"/>
  <Override PartName="/ppt/slideLayouts/_rels/slideLayout4.xml.rels" ContentType="application/vnd.openxmlformats-package.relationships+xml"/>
  <Override PartName="/ppt/slideLayouts/_rels/slideLayout42.xml.rels" ContentType="application/vnd.openxmlformats-package.relationships+xml"/>
  <Override PartName="/ppt/slideLayouts/_rels/slideLayout51.xml.rels" ContentType="application/vnd.openxmlformats-package.relationships+xml"/>
  <Override PartName="/ppt/slideLayouts/_rels/slideLayout5.xml.rels" ContentType="application/vnd.openxmlformats-package.relationships+xml"/>
  <Override PartName="/ppt/slideLayouts/_rels/slideLayout39.xml.rels" ContentType="application/vnd.openxmlformats-package.relationships+xml"/>
  <Override PartName="/ppt/slideLayouts/_rels/slideLayout40.xml.rels" ContentType="application/vnd.openxmlformats-package.relationships+xml"/>
  <Override PartName="/ppt/slideLayouts/_rels/slideLayout55.xml.rels" ContentType="application/vnd.openxmlformats-package.relationships+xml"/>
  <Override PartName="/ppt/slideLayouts/_rels/slideLayout53.xml.rels" ContentType="application/vnd.openxmlformats-package.relationships+xml"/>
  <Override PartName="/ppt/slideLayouts/_rels/slideLayout62.xml.rels" ContentType="application/vnd.openxmlformats-package.relationships+xml"/>
  <Override PartName="/ppt/slideLayouts/_rels/slideLayout46.xml.rels" ContentType="application/vnd.openxmlformats-package.relationships+xml"/>
  <Override PartName="/ppt/slideLayouts/_rels/slideLayout52.xml.rels" ContentType="application/vnd.openxmlformats-package.relationships+xml"/>
  <Override PartName="/ppt/slideLayouts/_rels/slideLayout76.xml.rels" ContentType="application/vnd.openxmlformats-package.relationships+xml"/>
  <Override PartName="/ppt/slideLayouts/_rels/slideLayout38.xml.rels" ContentType="application/vnd.openxmlformats-package.relationships+xml"/>
  <Override PartName="/ppt/slideLayouts/_rels/slideLayout14.xml.rels" ContentType="application/vnd.openxmlformats-package.relationships+xml"/>
  <Override PartName="/ppt/slideLayouts/_rels/slideLayout45.xml.rels" ContentType="application/vnd.openxmlformats-package.relationships+xml"/>
  <Override PartName="/ppt/slideLayouts/_rels/slideLayout37.xml.rels" ContentType="application/vnd.openxmlformats-package.relationships+xml"/>
  <Override PartName="/ppt/slideLayouts/_rels/slideLayout28.xml.rels" ContentType="application/vnd.openxmlformats-package.relationships+xml"/>
  <Override PartName="/ppt/slideLayouts/_rels/slideLayout44.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36.xml.rels" ContentType="application/vnd.openxmlformats-package.relationships+xml"/>
  <Override PartName="/ppt/slideLayouts/_rels/slideLayout43.xml.rels" ContentType="application/vnd.openxmlformats-package.relationships+xml"/>
  <Override PartName="/ppt/slideLayouts/_rels/slideLayout6.xml.rels" ContentType="application/vnd.openxmlformats-package.relationships+xml"/>
  <Override PartName="/ppt/slideLayouts/_rels/slideLayout81.xml.rels" ContentType="application/vnd.openxmlformats-package.relationships+xml"/>
  <Override PartName="/ppt/slideLayouts/_rels/slideLayout65.xml.rels" ContentType="application/vnd.openxmlformats-package.relationships+xml"/>
  <Override PartName="/ppt/slideLayouts/_rels/slideLayout74.xml.rels" ContentType="application/vnd.openxmlformats-package.relationships+xml"/>
  <Override PartName="/ppt/slideLayouts/_rels/slideLayout58.xml.rels" ContentType="application/vnd.openxmlformats-package.relationships+xml"/>
  <Override PartName="/ppt/slideLayouts/_rels/slideLayout82.xml.rels" ContentType="application/vnd.openxmlformats-package.relationships+xml"/>
  <Override PartName="/ppt/slideLayouts/_rels/slideLayout56.xml.rels" ContentType="application/vnd.openxmlformats-package.relationships+xml"/>
  <Override PartName="/ppt/slideLayouts/_rels/slideLayout60.xml.rels" ContentType="application/vnd.openxmlformats-package.relationships+xml"/>
  <Override PartName="/ppt/slideLayouts/_rels/slideLayout75.xml.rels" ContentType="application/vnd.openxmlformats-package.relationships+xml"/>
  <Override PartName="/ppt/slideLayouts/_rels/slideLayout80.xml.rels" ContentType="application/vnd.openxmlformats-package.relationships+xml"/>
  <Override PartName="/ppt/slideLayouts/_rels/slideLayout64.xml.rels" ContentType="application/vnd.openxmlformats-package.relationships+xml"/>
  <Override PartName="/ppt/slideLayouts/_rels/slideLayout69.xml.rels" ContentType="application/vnd.openxmlformats-package.relationships+xml"/>
  <Override PartName="/ppt/slideLayouts/_rels/slideLayout73.xml.rels" ContentType="application/vnd.openxmlformats-package.relationships+xml"/>
  <Override PartName="/ppt/slideLayouts/_rels/slideLayout78.xml.rels" ContentType="application/vnd.openxmlformats-package.relationships+xml"/>
  <Override PartName="/ppt/slideLayouts/_rels/slideLayout68.xml.rels" ContentType="application/vnd.openxmlformats-package.relationships+xml"/>
  <Override PartName="/ppt/slideLayouts/_rels/slideLayout72.xml.rels" ContentType="application/vnd.openxmlformats-package.relationships+xml"/>
  <Override PartName="/ppt/slideLayouts/_rels/slideLayout77.xml.rels" ContentType="application/vnd.openxmlformats-package.relationships+xml"/>
  <Override PartName="/ppt/slideLayouts/_rels/slideLayout67.xml.rels" ContentType="application/vnd.openxmlformats-package.relationships+xml"/>
  <Override PartName="/ppt/slideLayouts/_rels/slideLayout71.xml.rels" ContentType="application/vnd.openxmlformats-package.relationships+xml"/>
  <Override PartName="/ppt/slideLayouts/_rels/slideLayout26.xml.rels" ContentType="application/vnd.openxmlformats-package.relationships+xml"/>
  <Override PartName="/ppt/slideLayouts/_rels/slideLayout11.xml.rels" ContentType="application/vnd.openxmlformats-package.relationships+xml"/>
  <Override PartName="/ppt/slideLayouts/_rels/slideLayout25.xml.rels" ContentType="application/vnd.openxmlformats-package.relationships+xml"/>
  <Override PartName="/ppt/slideLayouts/_rels/slideLayout59.xml.rels" ContentType="application/vnd.openxmlformats-package.relationships+xml"/>
  <Override PartName="/ppt/slideLayouts/_rels/slideLayout10.xml.rels" ContentType="application/vnd.openxmlformats-package.relationships+xml"/>
  <Override PartName="/ppt/slideLayouts/_rels/slideLayout32.xml.rels" ContentType="application/vnd.openxmlformats-package.relationships+xml"/>
  <Override PartName="/ppt/slideLayouts/_rels/slideLayout15.xml.rels" ContentType="application/vnd.openxmlformats-package.relationships+xml"/>
  <Override PartName="/ppt/slideLayouts/_rels/slideLayout24.xml.rels" ContentType="application/vnd.openxmlformats-package.relationships+xml"/>
  <Override PartName="/ppt/slideLayouts/_rels/slideLayout66.xml.rels" ContentType="application/vnd.openxmlformats-package.relationships+xml"/>
  <Override PartName="/ppt/slideLayouts/_rels/slideLayout70.xml.rels" ContentType="application/vnd.openxmlformats-package.relationships+xml"/>
  <Override PartName="/ppt/slideLayouts/slideLayout56.xml" ContentType="application/vnd.openxmlformats-officedocument.presentationml.slideLayout+xml"/>
  <Override PartName="/ppt/slideLayouts/slideLayout55.xml" ContentType="application/vnd.openxmlformats-officedocument.presentationml.slideLayout+xml"/>
  <Override PartName="/ppt/slideLayouts/slideLayout54.xml" ContentType="application/vnd.openxmlformats-officedocument.presentationml.slideLayout+xml"/>
  <Override PartName="/ppt/slideLayouts/slideLayout53.xml" ContentType="application/vnd.openxmlformats-officedocument.presentationml.slideLayout+xml"/>
  <Override PartName="/ppt/slideLayouts/slideLayout52.xml" ContentType="application/vnd.openxmlformats-officedocument.presentationml.slideLayout+xml"/>
  <Override PartName="/ppt/slideLayouts/slideLayout51.xml" ContentType="application/vnd.openxmlformats-officedocument.presentationml.slideLayout+xml"/>
  <Override PartName="/ppt/slideLayouts/slideLayout50.xml" ContentType="application/vnd.openxmlformats-officedocument.presentationml.slideLayout+xml"/>
  <Override PartName="/ppt/slideLayouts/slideLayout46.xml" ContentType="application/vnd.openxmlformats-officedocument.presentationml.slideLayout+xml"/>
  <Override PartName="/ppt/slideLayouts/slideLayout8.xml" ContentType="application/vnd.openxmlformats-officedocument.presentationml.slideLayout+xml"/>
  <Override PartName="/ppt/slideLayouts/slideLayout45.xml" ContentType="application/vnd.openxmlformats-officedocument.presentationml.slideLayout+xml"/>
  <Override PartName="/ppt/slideLayouts/slideLayout7.xml" ContentType="application/vnd.openxmlformats-officedocument.presentationml.slideLayout+xml"/>
  <Override PartName="/ppt/slideLayouts/slideLayout44.xml" ContentType="application/vnd.openxmlformats-officedocument.presentationml.slideLayout+xml"/>
  <Override PartName="/ppt/slideLayouts/slideLayout6.xml" ContentType="application/vnd.openxmlformats-officedocument.presentationml.slideLayout+xml"/>
  <Override PartName="/ppt/slideLayouts/slideLayout43.xml" ContentType="application/vnd.openxmlformats-officedocument.presentationml.slideLayout+xml"/>
  <Override PartName="/ppt/slideLayouts/slideLayout5.xml" ContentType="application/vnd.openxmlformats-officedocument.presentationml.slideLayout+xml"/>
  <Override PartName="/ppt/slideLayouts/slideLayout42.xml" ContentType="application/vnd.openxmlformats-officedocument.presentationml.slideLayout+xml"/>
  <Override PartName="/ppt/slideLayouts/slideLayout4.xml" ContentType="application/vnd.openxmlformats-officedocument.presentationml.slideLayout+xml"/>
  <Override PartName="/ppt/slideLayouts/slideLayout41.xml" ContentType="application/vnd.openxmlformats-officedocument.presentationml.slideLayout+xml"/>
  <Override PartName="/ppt/slideLayouts/slideLayout3.xml" ContentType="application/vnd.openxmlformats-officedocument.presentationml.slideLayout+xml"/>
  <Override PartName="/ppt/slideLayouts/slideLayout40.xml" ContentType="application/vnd.openxmlformats-officedocument.presentationml.slideLayout+xml"/>
  <Override PartName="/ppt/slideLayouts/slideLayout2.xml" ContentType="application/vnd.openxmlformats-officedocument.presentationml.slideLayout+xml"/>
  <Override PartName="/ppt/slideLayouts/slideLayout39.xml" ContentType="application/vnd.openxmlformats-officedocument.presentationml.slideLayout+xml"/>
  <Override PartName="/ppt/slideLayouts/slideLayout38.xml" ContentType="application/vnd.openxmlformats-officedocument.presentationml.slideLayout+xml"/>
  <Override PartName="/ppt/slideLayouts/slideLayout37.xml" ContentType="application/vnd.openxmlformats-officedocument.presentationml.slideLayout+xml"/>
  <Override PartName="/ppt/slideLayouts/slideLayout36.xml" ContentType="application/vnd.openxmlformats-officedocument.presentationml.slideLayout+xml"/>
  <Override PartName="/ppt/slideLayouts/slideLayout17.xml" ContentType="application/vnd.openxmlformats-officedocument.presentationml.slideLayout+xml"/>
  <Override PartName="/ppt/slideLayouts/slideLayout82.xml" ContentType="application/vnd.openxmlformats-officedocument.presentationml.slideLayout+xml"/>
  <Override PartName="/ppt/slideLayouts/slideLayout14.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28.xml" ContentType="application/vnd.openxmlformats-officedocument.presentationml.slideLayout+xml"/>
  <Override PartName="/ppt/slideLayouts/slideLayout70.xml" ContentType="application/vnd.openxmlformats-officedocument.presentationml.slideLayout+xml"/>
  <Override PartName="/ppt/slideLayouts/slideLayout65.xml" ContentType="application/vnd.openxmlformats-officedocument.presentationml.slideLayout+xml"/>
  <Override PartName="/ppt/slideLayouts/slideLayout29.xml" ContentType="application/vnd.openxmlformats-officedocument.presentationml.slideLayout+xml"/>
  <Override PartName="/ppt/slideLayouts/slideLayout71.xml" ContentType="application/vnd.openxmlformats-officedocument.presentationml.slideLayout+xml"/>
  <Override PartName="/ppt/slideLayouts/slideLayout66.xml" ContentType="application/vnd.openxmlformats-officedocument.presentationml.slideLayout+xml"/>
  <Override PartName="/ppt/slideLayouts/slideLayout16.xml" ContentType="application/vnd.openxmlformats-officedocument.presentationml.slideLayout+xml"/>
  <Override PartName="/ppt/slideLayouts/slideLayout81.xml" ContentType="application/vnd.openxmlformats-officedocument.presentationml.slideLayout+xml"/>
  <Override PartName="/ppt/slideLayouts/slideLayout79.xml" ContentType="application/vnd.openxmlformats-officedocument.presentationml.slideLayout+xml"/>
  <Override PartName="/ppt/slideLayouts/slideLayout67.xml" ContentType="application/vnd.openxmlformats-officedocument.presentationml.slideLayout+xml"/>
  <Override PartName="/ppt/slideLayouts/slideLayout30.xml" ContentType="application/vnd.openxmlformats-officedocument.presentationml.slideLayout+xml"/>
  <Override PartName="/ppt/slideLayouts/slideLayout15.xml" ContentType="application/vnd.openxmlformats-officedocument.presentationml.slideLayout+xml"/>
  <Override PartName="/ppt/slideLayouts/slideLayout80.xml" ContentType="application/vnd.openxmlformats-officedocument.presentationml.slideLayout+xml"/>
  <Override PartName="/ppt/slideLayouts/slideLayout78.xml" ContentType="application/vnd.openxmlformats-officedocument.presentationml.slideLayout+xml"/>
  <Override PartName="/ppt/slideLayouts/slideLayout77.xml" ContentType="application/vnd.openxmlformats-officedocument.presentationml.slideLayout+xml"/>
  <Override PartName="/ppt/slideLayouts/slideLayout76.xml" ContentType="application/vnd.openxmlformats-officedocument.presentationml.slideLayout+xml"/>
  <Override PartName="/ppt/slideLayouts/slideLayout75.xml" ContentType="application/vnd.openxmlformats-officedocument.presentationml.slideLayout+xml"/>
  <Override PartName="/ppt/slideLayouts/slideLayout74.xml" ContentType="application/vnd.openxmlformats-officedocument.presentationml.slideLayout+xml"/>
  <Override PartName="/ppt/slideLayouts/slideLayout73.xml" ContentType="application/vnd.openxmlformats-officedocument.presentationml.slideLayout+xml"/>
  <Override PartName="/ppt/slideLayouts/slideLayout72.xml" ContentType="application/vnd.openxmlformats-officedocument.presentationml.slideLayout+xml"/>
  <Override PartName="/ppt/slideLayouts/slideLayout69.xml" ContentType="application/vnd.openxmlformats-officedocument.presentationml.slideLayout+xml"/>
  <Override PartName="/ppt/slideLayouts/slideLayout32.xml" ContentType="application/vnd.openxmlformats-officedocument.presentationml.slideLayout+xml"/>
  <Override PartName="/ppt/slideLayouts/slideLayout68.xml" ContentType="application/vnd.openxmlformats-officedocument.presentationml.slideLayout+xml"/>
  <Override PartName="/ppt/slideLayouts/slideLayout31.xml" ContentType="application/vnd.openxmlformats-officedocument.presentationml.slideLayout+xml"/>
  <Override PartName="/ppt/slideLayouts/slideLayout1.xml" ContentType="application/vnd.openxmlformats-officedocument.presentationml.slideLayout+xml"/>
  <Override PartName="/ppt/slideLayouts/slideLayout21.xml" ContentType="application/vnd.openxmlformats-officedocument.presentationml.slideLayout+xml"/>
  <Override PartName="/ppt/slideLayouts/slideLayout58.xml" ContentType="application/vnd.openxmlformats-officedocument.presentationml.slideLayout+xml"/>
  <Override PartName="/ppt/slideLayouts/slideLayout20.xml" ContentType="application/vnd.openxmlformats-officedocument.presentationml.slideLayout+xml"/>
  <Override PartName="/ppt/slideLayouts/slideLayout57.xml" ContentType="application/vnd.openxmlformats-officedocument.presentationml.slideLayout+xml"/>
  <Override PartName="/ppt/slideLayouts/slideLayout18.xml" ContentType="application/vnd.openxmlformats-officedocument.presentationml.slideLayout+xml"/>
  <Override PartName="/ppt/slideLayouts/slideLayout83.xml" ContentType="application/vnd.openxmlformats-officedocument.presentationml.slideLayout+xml"/>
  <Override PartName="/ppt/slideLayouts/slideLayout22.xml" ContentType="application/vnd.openxmlformats-officedocument.presentationml.slideLayout+xml"/>
  <Override PartName="/ppt/slideLayouts/slideLayout59.xml" ContentType="application/vnd.openxmlformats-officedocument.presentationml.slideLayout+xml"/>
  <Override PartName="/ppt/slideLayouts/slideLayout19.xml" ContentType="application/vnd.openxmlformats-officedocument.presentationml.slideLayout+xml"/>
  <Override PartName="/ppt/slideLayouts/slideLayout84.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10.xml" ContentType="application/vnd.openxmlformats-officedocument.presentationml.slideLayout+xml"/>
  <Override PartName="/ppt/slideLayouts/slideLayout9.xml" ContentType="application/vnd.openxmlformats-officedocument.presentationml.slideLayout+xml"/>
  <Override PartName="/ppt/slideLayouts/slideLayout47.xml" ContentType="application/vnd.openxmlformats-officedocument.presentationml.slideLayout+xml"/>
  <Override PartName="/ppt/slideLayouts/slideLayout11.xml" ContentType="application/vnd.openxmlformats-officedocument.presentationml.slideLayout+xml"/>
  <Override PartName="/ppt/slideLayouts/slideLayout48.xml" ContentType="application/vnd.openxmlformats-officedocument.presentationml.slideLayout+xml"/>
  <Override PartName="/ppt/slideLayouts/slideLayout12.xml" ContentType="application/vnd.openxmlformats-officedocument.presentationml.slideLayout+xml"/>
  <Override PartName="/ppt/slideLayouts/slideLayout49.xml" ContentType="application/vnd.openxmlformats-officedocument.presentationml.slideLayout+xml"/>
  <Override PartName="/ppt/slideLayouts/slideLayout13.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media/image56.png" ContentType="image/png"/>
  <Override PartName="/ppt/media/image55.png" ContentType="image/png"/>
  <Override PartName="/ppt/media/image12.wmf" ContentType="image/x-wmf"/>
  <Override PartName="/ppt/media/image54.png" ContentType="image/png"/>
  <Override PartName="/ppt/media/image53.png" ContentType="image/png"/>
  <Override PartName="/ppt/media/image52.png" ContentType="image/png"/>
  <Override PartName="/ppt/media/image50.png" ContentType="image/png"/>
  <Override PartName="/ppt/media/image48.png" ContentType="image/png"/>
  <Override PartName="/ppt/media/image46.png" ContentType="image/png"/>
  <Override PartName="/ppt/media/image45.png" ContentType="image/png"/>
  <Override PartName="/ppt/media/image44.png" ContentType="image/png"/>
  <Override PartName="/ppt/media/image43.png" ContentType="image/png"/>
  <Override PartName="/ppt/media/image42.png" ContentType="image/png"/>
  <Override PartName="/ppt/media/image40.png" ContentType="image/png"/>
  <Override PartName="/ppt/media/image41.png" ContentType="image/png"/>
  <Override PartName="/ppt/media/image11.jpeg" ContentType="image/jpeg"/>
  <Override PartName="/ppt/media/image24.png" ContentType="image/png"/>
  <Override PartName="/ppt/media/image20.png" ContentType="image/png"/>
  <Override PartName="/ppt/media/image57.png" ContentType="image/png"/>
  <Override PartName="/ppt/media/image21.png" ContentType="image/png"/>
  <Override PartName="/ppt/media/image58.png" ContentType="image/png"/>
  <Override PartName="/ppt/media/image22.png" ContentType="image/png"/>
  <Override PartName="/ppt/media/image59.png" ContentType="image/png"/>
  <Override PartName="/ppt/media/image49.png" ContentType="image/png"/>
  <Override PartName="/ppt/media/image60.png" ContentType="image/png"/>
  <Override PartName="/ppt/media/image61.png" ContentType="image/png"/>
  <Override PartName="/ppt/media/image74.png" ContentType="image/png"/>
  <Override PartName="/ppt/media/image14.png" ContentType="image/png"/>
  <Override PartName="/ppt/media/image2.png" ContentType="image/png"/>
  <Override PartName="/ppt/media/image69.png" ContentType="image/png"/>
  <Override PartName="/ppt/media/image32.png" ContentType="image/png"/>
  <Override PartName="/ppt/media/image25.png" ContentType="image/png"/>
  <Override PartName="/ppt/media/image62.png" ContentType="image/png"/>
  <Override PartName="/ppt/media/image73.png" ContentType="image/png"/>
  <Override PartName="/ppt/media/image72.png" ContentType="image/png"/>
  <Override PartName="/ppt/media/image71.png" ContentType="image/png"/>
  <Override PartName="/ppt/media/image29.png" ContentType="image/png"/>
  <Override PartName="/ppt/media/image70.png" ContentType="image/png"/>
  <Override PartName="/ppt/media/image28.png" ContentType="image/png"/>
  <Override PartName="/ppt/media/image68.png" ContentType="image/png"/>
  <Override PartName="/ppt/media/image31.png" ContentType="image/png"/>
  <Override PartName="/ppt/media/image67.png" ContentType="image/png"/>
  <Override PartName="/ppt/media/image66.png" ContentType="image/png"/>
  <Override PartName="/ppt/media/image65.png" ContentType="image/png"/>
  <Override PartName="/ppt/media/image64.png" ContentType="image/png"/>
  <Override PartName="/ppt/media/image63.png" ContentType="image/png"/>
  <Override PartName="/ppt/media/image26.png" ContentType="image/png"/>
  <Override PartName="/ppt/media/image15.png" ContentType="image/png"/>
  <Override PartName="/ppt/media/image3.png" ContentType="image/png"/>
  <Override PartName="/ppt/media/image33.png" ContentType="image/png"/>
  <Override PartName="/ppt/media/image17.png" ContentType="image/png"/>
  <Override PartName="/ppt/media/image5.png" ContentType="image/png"/>
  <Override PartName="/ppt/media/image35.png" ContentType="image/png"/>
  <Override PartName="/ppt/media/image10.png" ContentType="image/png"/>
  <Override PartName="/ppt/media/image47.png" ContentType="image/png"/>
  <Override PartName="/ppt/media/image18.png" ContentType="image/png"/>
  <Override PartName="/ppt/media/image6.png" ContentType="image/png"/>
  <Override PartName="/ppt/media/image36.png" ContentType="image/png"/>
  <Override PartName="/ppt/media/image19.png" ContentType="image/png"/>
  <Override PartName="/ppt/media/image7.png" ContentType="image/png"/>
  <Override PartName="/ppt/media/image37.png" ContentType="image/png"/>
  <Override PartName="/ppt/media/image23.jpeg" ContentType="image/jpeg"/>
  <Override PartName="/ppt/media/image8.png" ContentType="image/png"/>
  <Override PartName="/ppt/media/image38.png" ContentType="image/png"/>
  <Override PartName="/ppt/media/image27.png" ContentType="image/png"/>
  <Override PartName="/ppt/media/image16.png" ContentType="image/png"/>
  <Override PartName="/ppt/media/image4.png" ContentType="image/png"/>
  <Override PartName="/ppt/media/image34.png" ContentType="image/png"/>
  <Override PartName="/ppt/media/image51.png" ContentType="image/png"/>
  <Override PartName="/ppt/media/image1.png" ContentType="image/png"/>
  <Override PartName="/ppt/media/image13.png" ContentType="image/png"/>
  <Override PartName="/ppt/media/image9.png" ContentType="image/png"/>
  <Override PartName="/ppt/media/image30.jpeg" ContentType="image/jpeg"/>
  <Override PartName="/ppt/media/image39.wmf" ContentType="image/x-wmf"/>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56.xml" ContentType="application/vnd.openxmlformats-officedocument.presentationml.slide+xml"/>
  <Override PartName="/ppt/slides/slide55.xml" ContentType="application/vnd.openxmlformats-officedocument.presentationml.slide+xml"/>
  <Override PartName="/ppt/slides/slide54.xml" ContentType="application/vnd.openxmlformats-officedocument.presentationml.slide+xml"/>
  <Override PartName="/ppt/slides/slide53.xml" ContentType="application/vnd.openxmlformats-officedocument.presentationml.slide+xml"/>
  <Override PartName="/ppt/slides/slide52.xml" ContentType="application/vnd.openxmlformats-officedocument.presentationml.slide+xml"/>
  <Override PartName="/ppt/slides/slide51.xml" ContentType="application/vnd.openxmlformats-officedocument.presentationml.slide+xml"/>
  <Override PartName="/ppt/slides/slide50.xml" ContentType="application/vnd.openxmlformats-officedocument.presentationml.slide+xml"/>
  <Override PartName="/ppt/slides/slide46.xml" ContentType="application/vnd.openxmlformats-officedocument.presentationml.slide+xml"/>
  <Override PartName="/ppt/slides/slide45.xml" ContentType="application/vnd.openxmlformats-officedocument.presentationml.slide+xml"/>
  <Override PartName="/ppt/slides/slide39.xml" ContentType="application/vnd.openxmlformats-officedocument.presentationml.slide+xml"/>
  <Override PartName="/ppt/slides/slide38.xml" ContentType="application/vnd.openxmlformats-officedocument.presentationml.slide+xml"/>
  <Override PartName="/ppt/slides/slide37.xml" ContentType="application/vnd.openxmlformats-officedocument.presentationml.slide+xml"/>
  <Override PartName="/ppt/slides/slide36.xml" ContentType="application/vnd.openxmlformats-officedocument.presentationml.slide+xml"/>
  <Override PartName="/ppt/slides/slide35.xml" ContentType="application/vnd.openxmlformats-officedocument.presentationml.slide+xml"/>
  <Override PartName="/ppt/slides/slide34.xml" ContentType="application/vnd.openxmlformats-officedocument.presentationml.slide+xml"/>
  <Override PartName="/ppt/slides/slide33.xml" ContentType="application/vnd.openxmlformats-officedocument.presentationml.slide+xml"/>
  <Override PartName="/ppt/slides/slide32.xml" ContentType="application/vnd.openxmlformats-officedocument.presentationml.slide+xml"/>
  <Override PartName="/ppt/slides/slide31.xml" ContentType="application/vnd.openxmlformats-officedocument.presentationml.slide+xml"/>
  <Override PartName="/ppt/slides/slide30.xml" ContentType="application/vnd.openxmlformats-officedocument.presentationml.slide+xml"/>
  <Override PartName="/ppt/slides/_rels/slide41.xml.rels" ContentType="application/vnd.openxmlformats-package.relationships+xml"/>
  <Override PartName="/ppt/slides/_rels/slide6.xml.rels" ContentType="application/vnd.openxmlformats-package.relationships+xml"/>
  <Override PartName="/ppt/slides/_rels/slide18.xml.rels" ContentType="application/vnd.openxmlformats-package.relationships+xml"/>
  <Override PartName="/ppt/slides/_rels/slide22.xml.rels" ContentType="application/vnd.openxmlformats-package.relationships+xml"/>
  <Override PartName="/ppt/slides/_rels/slide83.xml.rels" ContentType="application/vnd.openxmlformats-package.relationships+xml"/>
  <Override PartName="/ppt/slides/_rels/slide79.xml.rels" ContentType="application/vnd.openxmlformats-package.relationships+xml"/>
  <Override PartName="/ppt/slides/_rels/slide30.xml.rels" ContentType="application/vnd.openxmlformats-package.relationships+xml"/>
  <Override PartName="/ppt/slides/_rels/slide42.xml.rels" ContentType="application/vnd.openxmlformats-package.relationships+xml"/>
  <Override PartName="/ppt/slides/_rels/slide7.xml.rels" ContentType="application/vnd.openxmlformats-package.relationships+xml"/>
  <Override PartName="/ppt/slides/_rels/slide1.xml.rels" ContentType="application/vnd.openxmlformats-package.relationships+xml"/>
  <Override PartName="/ppt/slides/_rels/slide85.xml.rels" ContentType="application/vnd.openxmlformats-package.relationships+xml"/>
  <Override PartName="/ppt/slides/_rels/slide32.xml.rels" ContentType="application/vnd.openxmlformats-package.relationships+xml"/>
  <Override PartName="/ppt/slides/_rels/slide57.xml.rels" ContentType="application/vnd.openxmlformats-package.relationships+xml"/>
  <Override PartName="/ppt/slides/_rels/slide61.xml.rels" ContentType="application/vnd.openxmlformats-package.relationships+xml"/>
  <Override PartName="/ppt/slides/_rels/slide20.xml.rels" ContentType="application/vnd.openxmlformats-package.relationships+xml"/>
  <Override PartName="/ppt/slides/_rels/slide16.xml.rels" ContentType="application/vnd.openxmlformats-package.relationships+xml"/>
  <Override PartName="/ppt/slides/_rels/slide19.xml.rels" ContentType="application/vnd.openxmlformats-package.relationships+xml"/>
  <Override PartName="/ppt/slides/_rels/slide23.xml.rels" ContentType="application/vnd.openxmlformats-package.relationships+xml"/>
  <Override PartName="/ppt/slides/_rels/slide84.xml.rels" ContentType="application/vnd.openxmlformats-package.relationships+xml"/>
  <Override PartName="/ppt/slides/_rels/slide31.xml.rels" ContentType="application/vnd.openxmlformats-package.relationships+xml"/>
  <Override PartName="/ppt/slides/_rels/slide15.xml.rels" ContentType="application/vnd.openxmlformats-package.relationships+xml"/>
  <Override PartName="/ppt/slides/_rels/slide24.xml.rels" ContentType="application/vnd.openxmlformats-package.relationships+xml"/>
  <Override PartName="/ppt/slides/_rels/slide10.xml.rels" ContentType="application/vnd.openxmlformats-package.relationships+xml"/>
  <Override PartName="/ppt/slides/_rels/slide59.xml.rels" ContentType="application/vnd.openxmlformats-package.relationships+xml"/>
  <Override PartName="/ppt/slides/_rels/slide25.xml.rels" ContentType="application/vnd.openxmlformats-package.relationships+xml"/>
  <Override PartName="/ppt/slides/_rels/slide86.xml.rels" ContentType="application/vnd.openxmlformats-package.relationships+xml"/>
  <Override PartName="/ppt/slides/_rels/slide2.xml.rels" ContentType="application/vnd.openxmlformats-package.relationships+xml"/>
  <Override PartName="/ppt/slides/_rels/slide71.xml.rels" ContentType="application/vnd.openxmlformats-package.relationships+xml"/>
  <Override PartName="/ppt/slides/_rels/slide67.xml.rels" ContentType="application/vnd.openxmlformats-package.relationships+xml"/>
  <Override PartName="/ppt/slides/_rels/slide77.xml.rels" ContentType="application/vnd.openxmlformats-package.relationships+xml"/>
  <Override PartName="/ppt/slides/_rels/slide8.xml.rels" ContentType="application/vnd.openxmlformats-package.relationships+xml"/>
  <Override PartName="/ppt/slides/_rels/slide43.xml.rels" ContentType="application/vnd.openxmlformats-package.relationships+xml"/>
  <Override PartName="/ppt/slides/_rels/slide27.xml.rels" ContentType="application/vnd.openxmlformats-package.relationships+xml"/>
  <Override PartName="/ppt/slides/_rels/slide36.xml.rels" ContentType="application/vnd.openxmlformats-package.relationships+xml"/>
  <Override PartName="/ppt/slides/_rels/slide11.xml.rels" ContentType="application/vnd.openxmlformats-package.relationships+xml"/>
  <Override PartName="/ppt/slides/_rels/slide26.xml.rels" ContentType="application/vnd.openxmlformats-package.relationships+xml"/>
  <Override PartName="/ppt/slides/_rels/slide21.xml.rels" ContentType="application/vnd.openxmlformats-package.relationships+xml"/>
  <Override PartName="/ppt/slides/_rels/slide17.xml.rels" ContentType="application/vnd.openxmlformats-package.relationships+xml"/>
  <Override PartName="/ppt/slides/_rels/slide48.xml.rels" ContentType="application/vnd.openxmlformats-package.relationships+xml"/>
  <Override PartName="/ppt/slides/_rels/slide55.xml.rels" ContentType="application/vnd.openxmlformats-package.relationships+xml"/>
  <Override PartName="/ppt/slides/_rels/slide64.xml.rels" ContentType="application/vnd.openxmlformats-package.relationships+xml"/>
  <Override PartName="/ppt/slides/_rels/slide5.xml.rels" ContentType="application/vnd.openxmlformats-package.relationships+xml"/>
  <Override PartName="/ppt/slides/_rels/slide40.xml.rels" ContentType="application/vnd.openxmlformats-package.relationships+xml"/>
  <Override PartName="/ppt/slides/_rels/slide28.xml.rels" ContentType="application/vnd.openxmlformats-package.relationships+xml"/>
  <Override PartName="/ppt/slides/_rels/slide9.xml.rels" ContentType="application/vnd.openxmlformats-package.relationships+xml"/>
  <Override PartName="/ppt/slides/_rels/slide44.xml.rels" ContentType="application/vnd.openxmlformats-package.relationships+xml"/>
  <Override PartName="/ppt/slides/_rels/slide37.xml.rels" ContentType="application/vnd.openxmlformats-package.relationships+xml"/>
  <Override PartName="/ppt/slides/_rels/slide81.xml.rels" ContentType="application/vnd.openxmlformats-package.relationships+xml"/>
  <Override PartName="/ppt/slides/_rels/slide65.xml.rels" ContentType="application/vnd.openxmlformats-package.relationships+xml"/>
  <Override PartName="/ppt/slides/_rels/slide74.xml.rels" ContentType="application/vnd.openxmlformats-package.relationships+xml"/>
  <Override PartName="/ppt/slides/_rels/slide58.xml.rels" ContentType="application/vnd.openxmlformats-package.relationships+xml"/>
  <Override PartName="/ppt/slides/_rels/slide12.xml.rels" ContentType="application/vnd.openxmlformats-package.relationships+xml"/>
  <Override PartName="/ppt/slides/_rels/slide13.xml.rels" ContentType="application/vnd.openxmlformats-package.relationships+xml"/>
  <Override PartName="/ppt/slides/_rels/slide54.xml.rels" ContentType="application/vnd.openxmlformats-package.relationships+xml"/>
  <Override PartName="/ppt/slides/_rels/slide63.xml.rels" ContentType="application/vnd.openxmlformats-package.relationships+xml"/>
  <Override PartName="/ppt/slides/_rels/slide70.xml.rels" ContentType="application/vnd.openxmlformats-package.relationships+xml"/>
  <Override PartName="/ppt/slides/_rels/slide47.xml.rels" ContentType="application/vnd.openxmlformats-package.relationships+xml"/>
  <Override PartName="/ppt/slides/_rels/slide4.xml.rels" ContentType="application/vnd.openxmlformats-package.relationships+xml"/>
  <Override PartName="/ppt/slides/_rels/slide35.xml.rels" ContentType="application/vnd.openxmlformats-package.relationships+xml"/>
  <Override PartName="/ppt/slides/_rels/slide51.xml.rels" ContentType="application/vnd.openxmlformats-package.relationships+xml"/>
  <Override PartName="/ppt/slides/_rels/slide53.xml.rels" ContentType="application/vnd.openxmlformats-package.relationships+xml"/>
  <Override PartName="/ppt/slides/_rels/slide62.xml.rels" ContentType="application/vnd.openxmlformats-package.relationships+xml"/>
  <Override PartName="/ppt/slides/_rels/slide46.xml.rels" ContentType="application/vnd.openxmlformats-package.relationships+xml"/>
  <Override PartName="/ppt/slides/_rels/slide49.xml.rels" ContentType="application/vnd.openxmlformats-package.relationships+xml"/>
  <Override PartName="/ppt/slides/_rels/slide34.xml.rels" ContentType="application/vnd.openxmlformats-package.relationships+xml"/>
  <Override PartName="/ppt/slides/_rels/slide50.xml.rels" ContentType="application/vnd.openxmlformats-package.relationships+xml"/>
  <Override PartName="/ppt/slides/_rels/slide52.xml.rels" ContentType="application/vnd.openxmlformats-package.relationships+xml"/>
  <Override PartName="/ppt/slides/_rels/slide76.xml.rels" ContentType="application/vnd.openxmlformats-package.relationships+xml"/>
  <Override PartName="/ppt/slides/_rels/slide33.xml.rels" ContentType="application/vnd.openxmlformats-package.relationships+xml"/>
  <Override PartName="/ppt/slides/_rels/slide29.xml.rels" ContentType="application/vnd.openxmlformats-package.relationships+xml"/>
  <Override PartName="/ppt/slides/_rels/slide45.xml.rels" ContentType="application/vnd.openxmlformats-package.relationships+xml"/>
  <Override PartName="/ppt/slides/_rels/slide38.xml.rels" ContentType="application/vnd.openxmlformats-package.relationships+xml"/>
  <Override PartName="/ppt/slides/_rels/slide89.xml.rels" ContentType="application/vnd.openxmlformats-package.relationships+xml"/>
  <Override PartName="/ppt/slides/_rels/slide14.xml.rels" ContentType="application/vnd.openxmlformats-package.relationships+xml"/>
  <Override PartName="/ppt/slides/_rels/slide39.xml.rels" ContentType="application/vnd.openxmlformats-package.relationships+xml"/>
  <Override PartName="/ppt/slides/_rels/slide66.xml.rels" ContentType="application/vnd.openxmlformats-package.relationships+xml"/>
  <Override PartName="/ppt/slides/_rels/slide56.xml.rels" ContentType="application/vnd.openxmlformats-package.relationships+xml"/>
  <Override PartName="/ppt/slides/_rels/slide60.xml.rels" ContentType="application/vnd.openxmlformats-package.relationships+xml"/>
  <Override PartName="/ppt/slides/_rels/slide75.xml.rels" ContentType="application/vnd.openxmlformats-package.relationships+xml"/>
  <Override PartName="/ppt/slides/_rels/slide82.xml.rels" ContentType="application/vnd.openxmlformats-package.relationships+xml"/>
  <Override PartName="/ppt/slides/_rels/slide88.xml.rels" ContentType="application/vnd.openxmlformats-package.relationships+xml"/>
  <Override PartName="/ppt/slides/_rels/slide69.xml.rels" ContentType="application/vnd.openxmlformats-package.relationships+xml"/>
  <Override PartName="/ppt/slides/_rels/slide73.xml.rels" ContentType="application/vnd.openxmlformats-package.relationships+xml"/>
  <Override PartName="/ppt/slides/_rels/slide80.xml.rels" ContentType="application/vnd.openxmlformats-package.relationships+xml"/>
  <Override PartName="/ppt/slides/_rels/slide78.xml.rels" ContentType="application/vnd.openxmlformats-package.relationships+xml"/>
  <Override PartName="/ppt/slides/_rels/slide3.xml.rels" ContentType="application/vnd.openxmlformats-package.relationships+xml"/>
  <Override PartName="/ppt/slides/_rels/slide87.xml.rels" ContentType="application/vnd.openxmlformats-package.relationships+xml"/>
  <Override PartName="/ppt/slides/_rels/slide68.xml.rels" ContentType="application/vnd.openxmlformats-package.relationships+xml"/>
  <Override PartName="/ppt/slides/_rels/slide72.xml.rels" ContentType="application/vnd.openxmlformats-package.relationships+xml"/>
  <Override PartName="/ppt/slides/slide13.xml" ContentType="application/vnd.openxmlformats-officedocument.presentationml.slide+xml"/>
  <Override PartName="/ppt/slides/slide6.xml" ContentType="application/vnd.openxmlformats-officedocument.presentationml.slide+xml"/>
  <Override PartName="/ppt/slides/slide49.xml" ContentType="application/vnd.openxmlformats-officedocument.presentationml.slide+xml"/>
  <Override PartName="/ppt/slides/slide12.xml" ContentType="application/vnd.openxmlformats-officedocument.presentationml.slide+xml"/>
  <Override PartName="/ppt/slides/slide5.xml" ContentType="application/vnd.openxmlformats-officedocument.presentationml.slide+xml"/>
  <Override PartName="/ppt/slides/slide44.xml" ContentType="application/vnd.openxmlformats-officedocument.presentationml.slide+xml"/>
  <Override PartName="/ppt/slides/slide9.xml" ContentType="application/vnd.openxmlformats-officedocument.presentationml.slide+xml"/>
  <Override PartName="/ppt/slides/slide16.xml" ContentType="application/vnd.openxmlformats-officedocument.presentationml.slide+xml"/>
  <Override PartName="/ppt/slides/slide81.xml" ContentType="application/vnd.openxmlformats-officedocument.presentationml.slide+xml"/>
  <Override PartName="/ppt/slides/slide48.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26.xml" ContentType="application/vnd.openxmlformats-officedocument.presentationml.slide+xml"/>
  <Override PartName="/ppt/slides/slide63.xml" ContentType="application/vnd.openxmlformats-officedocument.presentationml.slide+xml"/>
  <Override PartName="/ppt/slides/slide27.xml" ContentType="application/vnd.openxmlformats-officedocument.presentationml.slide+xml"/>
  <Override PartName="/ppt/slides/slide64.xml" ContentType="application/vnd.openxmlformats-officedocument.presentationml.slide+xml"/>
  <Override PartName="/ppt/slides/slide28.xml" ContentType="application/vnd.openxmlformats-officedocument.presentationml.slide+xml"/>
  <Override PartName="/ppt/slides/slide70.xml" ContentType="application/vnd.openxmlformats-officedocument.presentationml.slide+xml"/>
  <Override PartName="/ppt/slides/slide65.xml" ContentType="application/vnd.openxmlformats-officedocument.presentationml.slide+xml"/>
  <Override PartName="/ppt/slides/slide29.xml" ContentType="application/vnd.openxmlformats-officedocument.presentationml.slide+xml"/>
  <Override PartName="/ppt/slides/slide71.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89.xml" ContentType="application/vnd.openxmlformats-officedocument.presentationml.slide+xml"/>
  <Override PartName="/ppt/slides/slide77.xml" ContentType="application/vnd.openxmlformats-officedocument.presentationml.slide+xml"/>
  <Override PartName="/ppt/slides/slide40.xml" ContentType="application/vnd.openxmlformats-officedocument.presentationml.slide+xml"/>
  <Override PartName="/ppt/slides/slide88.xml" ContentType="application/vnd.openxmlformats-officedocument.presentationml.slide+xml"/>
  <Override PartName="/ppt/slides/slide76.xml" ContentType="application/vnd.openxmlformats-officedocument.presentationml.slide+xml"/>
  <Override PartName="/ppt/slides/slide11.xml" ContentType="application/vnd.openxmlformats-officedocument.presentationml.slide+xml"/>
  <Override PartName="/ppt/slides/slide4.xml" ContentType="application/vnd.openxmlformats-officedocument.presentationml.slide+xml"/>
  <Override PartName="/ppt/slides/slide87.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74.xml" ContentType="application/vnd.openxmlformats-officedocument.presentationml.slide+xml"/>
  <Override PartName="/ppt/slides/slide2.xml" ContentType="application/vnd.openxmlformats-officedocument.presentationml.slide+xml"/>
  <Override PartName="/ppt/slides/slide85.xml" ContentType="application/vnd.openxmlformats-officedocument.presentationml.slide+xml"/>
  <Override PartName="/ppt/slides/slide73.xml" ContentType="application/vnd.openxmlformats-officedocument.presentationml.slide+xml"/>
  <Override PartName="/ppt/slides/slide1.xml" ContentType="application/vnd.openxmlformats-officedocument.presentationml.slide+xml"/>
  <Override PartName="/ppt/slides/slide79.xml" ContentType="application/vnd.openxmlformats-officedocument.presentationml.slide+xml"/>
  <Override PartName="/ppt/slides/slide42.xml" ContentType="application/vnd.openxmlformats-officedocument.presentationml.slide+xml"/>
  <Override PartName="/ppt/slides/slide78.xml" ContentType="application/vnd.openxmlformats-officedocument.presentationml.slide+xml"/>
  <Override PartName="/ppt/slides/slide41.xml" ContentType="application/vnd.openxmlformats-officedocument.presentationml.slide+xml"/>
  <Override PartName="/ppt/slides/slide72.xml" ContentType="application/vnd.openxmlformats-officedocument.presentationml.slide+xml"/>
  <Override PartName="/ppt/slides/slide25.xml" ContentType="application/vnd.openxmlformats-officedocument.presentationml.slide+xml"/>
  <Override PartName="/ppt/slides/slide24.xml" ContentType="application/vnd.openxmlformats-officedocument.presentationml.slide+xml"/>
  <Override PartName="/ppt/slides/slide23.xml" ContentType="application/vnd.openxmlformats-officedocument.presentationml.slide+xml"/>
  <Override PartName="/ppt/slides/slide22.xml" ContentType="application/vnd.openxmlformats-officedocument.presentationml.slide+xml"/>
  <Override PartName="/ppt/slides/slide59.xml" ContentType="application/vnd.openxmlformats-officedocument.presentationml.slide+xml"/>
  <Override PartName="/ppt/slides/slide21.xml" ContentType="application/vnd.openxmlformats-officedocument.presentationml.slide+xml"/>
  <Override PartName="/ppt/slides/slide58.xml" ContentType="application/vnd.openxmlformats-officedocument.presentationml.slide+xml"/>
  <Override PartName="/ppt/slides/slide19.xml" ContentType="application/vnd.openxmlformats-officedocument.presentationml.slide+xml"/>
  <Override PartName="/ppt/slides/slide84.xml" ContentType="application/vnd.openxmlformats-officedocument.presentationml.slide+xml"/>
  <Override PartName="/ppt/slides/slide20.xml" ContentType="application/vnd.openxmlformats-officedocument.presentationml.slide+xml"/>
  <Override PartName="/ppt/slides/slide57.xml" ContentType="application/vnd.openxmlformats-officedocument.presentationml.slide+xml"/>
  <Override PartName="/ppt/slides/slide18.xml" ContentType="application/vnd.openxmlformats-officedocument.presentationml.slide+xml"/>
  <Override PartName="/ppt/slides/slide83.xml" ContentType="application/vnd.openxmlformats-officedocument.presentationml.slide+xml"/>
  <Override PartName="/ppt/slides/slide82.xml" ContentType="application/vnd.openxmlformats-officedocument.presentationml.slide+xml"/>
  <Override PartName="/ppt/slides/slide17.xml" ContentType="application/vnd.openxmlformats-officedocument.presentationml.slide+xml"/>
  <Override PartName="/ppt/slides/slide7.xml" ContentType="application/vnd.openxmlformats-officedocument.presentationml.slide+xml"/>
  <Override PartName="/ppt/slides/slide14.xml" ContentType="application/vnd.openxmlformats-officedocument.presentationml.slide+xml"/>
  <Override PartName="/ppt/slides/slide3.xml" ContentType="application/vnd.openxmlformats-officedocument.presentationml.slide+xml"/>
  <Override PartName="/ppt/slides/slide10.xml" ContentType="application/vnd.openxmlformats-officedocument.presentationml.slide+xml"/>
  <Override PartName="/ppt/slides/slide47.xml" ContentType="application/vnd.openxmlformats-officedocument.presentationml.slide+xml"/>
  <Override PartName="/ppt/slides/slide80.xml" ContentType="application/vnd.openxmlformats-officedocument.presentationml.slide+xml"/>
  <Override PartName="/ppt/slides/slide15.xml" ContentType="application/vnd.openxmlformats-officedocument.presentationml.slide+xml"/>
  <Override PartName="/ppt/slides/slide8.xml" ContentType="application/vnd.openxmlformats-officedocument.presentationml.slide+xml"/>
  <Override PartName="/ppt/slides/slide43.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 id="2147483687" r:id="rId5"/>
    <p:sldMasterId id="2147483700" r:id="rId6"/>
    <p:sldMasterId id="2147483713" r:id="rId7"/>
    <p:sldMasterId id="2147483726"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 id="319" r:id="rId73"/>
    <p:sldId id="320" r:id="rId74"/>
    <p:sldId id="321" r:id="rId75"/>
    <p:sldId id="322" r:id="rId76"/>
    <p:sldId id="323" r:id="rId77"/>
    <p:sldId id="324" r:id="rId78"/>
    <p:sldId id="325" r:id="rId79"/>
    <p:sldId id="326" r:id="rId80"/>
    <p:sldId id="327" r:id="rId81"/>
    <p:sldId id="328" r:id="rId82"/>
    <p:sldId id="329" r:id="rId83"/>
    <p:sldId id="330" r:id="rId84"/>
    <p:sldId id="331" r:id="rId85"/>
    <p:sldId id="332" r:id="rId86"/>
    <p:sldId id="333" r:id="rId87"/>
    <p:sldId id="334" r:id="rId88"/>
    <p:sldId id="335" r:id="rId89"/>
    <p:sldId id="336" r:id="rId90"/>
    <p:sldId id="337" r:id="rId91"/>
    <p:sldId id="338" r:id="rId92"/>
    <p:sldId id="339" r:id="rId93"/>
    <p:sldId id="340" r:id="rId94"/>
    <p:sldId id="341" r:id="rId95"/>
    <p:sldId id="342" r:id="rId96"/>
    <p:sldId id="343" r:id="rId97"/>
    <p:sldId id="344" r:id="rId98"/>
  </p:sldIdLst>
  <p:sldSz cx="10080625" cy="5670550"/>
  <p:notesSz cx="7559675" cy="10691813"/>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9" Type="http://schemas.openxmlformats.org/officeDocument/2006/relationships/notesMaster" Target="notesMasters/notesMaster1.xml"/><Relationship Id="rId10" Type="http://schemas.openxmlformats.org/officeDocument/2006/relationships/slide" Target="slides/slide1.xml"/><Relationship Id="rId11" Type="http://schemas.openxmlformats.org/officeDocument/2006/relationships/slide" Target="slides/slide2.xml"/><Relationship Id="rId12" Type="http://schemas.openxmlformats.org/officeDocument/2006/relationships/slide" Target="slides/slide3.xml"/><Relationship Id="rId13" Type="http://schemas.openxmlformats.org/officeDocument/2006/relationships/slide" Target="slides/slide4.xml"/><Relationship Id="rId14" Type="http://schemas.openxmlformats.org/officeDocument/2006/relationships/slide" Target="slides/slide5.xml"/><Relationship Id="rId15" Type="http://schemas.openxmlformats.org/officeDocument/2006/relationships/slide" Target="slides/slide6.xml"/><Relationship Id="rId16" Type="http://schemas.openxmlformats.org/officeDocument/2006/relationships/slide" Target="slides/slide7.xml"/><Relationship Id="rId17" Type="http://schemas.openxmlformats.org/officeDocument/2006/relationships/slide" Target="slides/slide8.xml"/><Relationship Id="rId18" Type="http://schemas.openxmlformats.org/officeDocument/2006/relationships/slide" Target="slides/slide9.xml"/><Relationship Id="rId19" Type="http://schemas.openxmlformats.org/officeDocument/2006/relationships/slide" Target="slides/slide10.xml"/><Relationship Id="rId20" Type="http://schemas.openxmlformats.org/officeDocument/2006/relationships/slide" Target="slides/slide11.xml"/><Relationship Id="rId21" Type="http://schemas.openxmlformats.org/officeDocument/2006/relationships/slide" Target="slides/slide12.xml"/><Relationship Id="rId22" Type="http://schemas.openxmlformats.org/officeDocument/2006/relationships/slide" Target="slides/slide13.xml"/><Relationship Id="rId23" Type="http://schemas.openxmlformats.org/officeDocument/2006/relationships/slide" Target="slides/slide14.xml"/><Relationship Id="rId24" Type="http://schemas.openxmlformats.org/officeDocument/2006/relationships/slide" Target="slides/slide15.xml"/><Relationship Id="rId25" Type="http://schemas.openxmlformats.org/officeDocument/2006/relationships/slide" Target="slides/slide16.xml"/><Relationship Id="rId26" Type="http://schemas.openxmlformats.org/officeDocument/2006/relationships/slide" Target="slides/slide17.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4.xml"/><Relationship Id="rId44" Type="http://schemas.openxmlformats.org/officeDocument/2006/relationships/slide" Target="slides/slide35.xml"/><Relationship Id="rId45" Type="http://schemas.openxmlformats.org/officeDocument/2006/relationships/slide" Target="slides/slide36.xml"/><Relationship Id="rId46" Type="http://schemas.openxmlformats.org/officeDocument/2006/relationships/slide" Target="slides/slide37.xml"/><Relationship Id="rId47" Type="http://schemas.openxmlformats.org/officeDocument/2006/relationships/slide" Target="slides/slide38.xml"/><Relationship Id="rId48" Type="http://schemas.openxmlformats.org/officeDocument/2006/relationships/slide" Target="slides/slide39.xml"/><Relationship Id="rId49" Type="http://schemas.openxmlformats.org/officeDocument/2006/relationships/slide" Target="slides/slide40.xml"/><Relationship Id="rId50" Type="http://schemas.openxmlformats.org/officeDocument/2006/relationships/slide" Target="slides/slide41.xml"/><Relationship Id="rId51" Type="http://schemas.openxmlformats.org/officeDocument/2006/relationships/slide" Target="slides/slide42.xml"/><Relationship Id="rId52" Type="http://schemas.openxmlformats.org/officeDocument/2006/relationships/slide" Target="slides/slide43.xml"/><Relationship Id="rId53" Type="http://schemas.openxmlformats.org/officeDocument/2006/relationships/slide" Target="slides/slide44.xml"/><Relationship Id="rId54" Type="http://schemas.openxmlformats.org/officeDocument/2006/relationships/slide" Target="slides/slide45.xml"/><Relationship Id="rId55" Type="http://schemas.openxmlformats.org/officeDocument/2006/relationships/slide" Target="slides/slide46.xml"/><Relationship Id="rId56" Type="http://schemas.openxmlformats.org/officeDocument/2006/relationships/slide" Target="slides/slide47.xml"/><Relationship Id="rId57" Type="http://schemas.openxmlformats.org/officeDocument/2006/relationships/slide" Target="slides/slide48.xml"/><Relationship Id="rId58" Type="http://schemas.openxmlformats.org/officeDocument/2006/relationships/slide" Target="slides/slide49.xml"/><Relationship Id="rId59" Type="http://schemas.openxmlformats.org/officeDocument/2006/relationships/slide" Target="slides/slide50.xml"/><Relationship Id="rId60" Type="http://schemas.openxmlformats.org/officeDocument/2006/relationships/slide" Target="slides/slide51.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 Id="rId64" Type="http://schemas.openxmlformats.org/officeDocument/2006/relationships/slide" Target="slides/slide55.xml"/><Relationship Id="rId65" Type="http://schemas.openxmlformats.org/officeDocument/2006/relationships/slide" Target="slides/slide56.xml"/><Relationship Id="rId66" Type="http://schemas.openxmlformats.org/officeDocument/2006/relationships/slide" Target="slides/slide57.xml"/><Relationship Id="rId67" Type="http://schemas.openxmlformats.org/officeDocument/2006/relationships/slide" Target="slides/slide58.xml"/><Relationship Id="rId68" Type="http://schemas.openxmlformats.org/officeDocument/2006/relationships/slide" Target="slides/slide59.xml"/><Relationship Id="rId69" Type="http://schemas.openxmlformats.org/officeDocument/2006/relationships/slide" Target="slides/slide60.xml"/><Relationship Id="rId70" Type="http://schemas.openxmlformats.org/officeDocument/2006/relationships/slide" Target="slides/slide61.xml"/><Relationship Id="rId71" Type="http://schemas.openxmlformats.org/officeDocument/2006/relationships/slide" Target="slides/slide62.xml"/><Relationship Id="rId72" Type="http://schemas.openxmlformats.org/officeDocument/2006/relationships/slide" Target="slides/slide63.xml"/><Relationship Id="rId73" Type="http://schemas.openxmlformats.org/officeDocument/2006/relationships/slide" Target="slides/slide64.xml"/><Relationship Id="rId74" Type="http://schemas.openxmlformats.org/officeDocument/2006/relationships/slide" Target="slides/slide65.xml"/><Relationship Id="rId75" Type="http://schemas.openxmlformats.org/officeDocument/2006/relationships/slide" Target="slides/slide66.xml"/><Relationship Id="rId76" Type="http://schemas.openxmlformats.org/officeDocument/2006/relationships/slide" Target="slides/slide67.xml"/><Relationship Id="rId77" Type="http://schemas.openxmlformats.org/officeDocument/2006/relationships/slide" Target="slides/slide68.xml"/><Relationship Id="rId78" Type="http://schemas.openxmlformats.org/officeDocument/2006/relationships/slide" Target="slides/slide69.xml"/><Relationship Id="rId79" Type="http://schemas.openxmlformats.org/officeDocument/2006/relationships/slide" Target="slides/slide70.xml"/><Relationship Id="rId80" Type="http://schemas.openxmlformats.org/officeDocument/2006/relationships/slide" Target="slides/slide71.xml"/><Relationship Id="rId81" Type="http://schemas.openxmlformats.org/officeDocument/2006/relationships/slide" Target="slides/slide72.xml"/><Relationship Id="rId82" Type="http://schemas.openxmlformats.org/officeDocument/2006/relationships/slide" Target="slides/slide73.xml"/><Relationship Id="rId83" Type="http://schemas.openxmlformats.org/officeDocument/2006/relationships/slide" Target="slides/slide74.xml"/><Relationship Id="rId84" Type="http://schemas.openxmlformats.org/officeDocument/2006/relationships/slide" Target="slides/slide75.xml"/><Relationship Id="rId85" Type="http://schemas.openxmlformats.org/officeDocument/2006/relationships/slide" Target="slides/slide76.xml"/><Relationship Id="rId86" Type="http://schemas.openxmlformats.org/officeDocument/2006/relationships/slide" Target="slides/slide77.xml"/><Relationship Id="rId87" Type="http://schemas.openxmlformats.org/officeDocument/2006/relationships/slide" Target="slides/slide78.xml"/><Relationship Id="rId88" Type="http://schemas.openxmlformats.org/officeDocument/2006/relationships/slide" Target="slides/slide79.xml"/><Relationship Id="rId89" Type="http://schemas.openxmlformats.org/officeDocument/2006/relationships/slide" Target="slides/slide80.xml"/><Relationship Id="rId90" Type="http://schemas.openxmlformats.org/officeDocument/2006/relationships/slide" Target="slides/slide81.xml"/><Relationship Id="rId91" Type="http://schemas.openxmlformats.org/officeDocument/2006/relationships/slide" Target="slides/slide82.xml"/><Relationship Id="rId92" Type="http://schemas.openxmlformats.org/officeDocument/2006/relationships/slide" Target="slides/slide83.xml"/><Relationship Id="rId93" Type="http://schemas.openxmlformats.org/officeDocument/2006/relationships/slide" Target="slides/slide84.xml"/><Relationship Id="rId94" Type="http://schemas.openxmlformats.org/officeDocument/2006/relationships/slide" Target="slides/slide85.xml"/><Relationship Id="rId95" Type="http://schemas.openxmlformats.org/officeDocument/2006/relationships/slide" Target="slides/slide86.xml"/><Relationship Id="rId96" Type="http://schemas.openxmlformats.org/officeDocument/2006/relationships/slide" Target="slides/slide87.xml"/><Relationship Id="rId97" Type="http://schemas.openxmlformats.org/officeDocument/2006/relationships/slide" Target="slides/slide88.xml"/><Relationship Id="rId98" Type="http://schemas.openxmlformats.org/officeDocument/2006/relationships/slide" Target="slides/slide89.xml"/><Relationship Id="rId99" Type="http://schemas.openxmlformats.org/officeDocument/2006/relationships/presProps" Target="presProps.xml"/>
</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E7C2D00-1FA9-4420-A7AC-1780240E50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34549B02-1E25-4516-8F43-50BBD19A666B}">
      <dgm:prSet/>
      <dgm:spPr/>
      <dgm:t>
        <a:bodyPr/>
        <a:lstStyle/>
        <a:p>
          <a:pPr rtl="0"/>
          <a:r>
            <a:rPr lang="ru-RU" dirty="0" smtClean="0"/>
            <a:t>Команда- Проблема</a:t>
          </a:r>
          <a:endParaRPr lang="ru-RU" dirty="0"/>
        </a:p>
      </dgm:t>
    </dgm:pt>
    <dgm:pt modelId="{3C075A22-1011-4278-80C6-9033D87F1DE2}" type="parTrans" cxnId="{41DD4251-A83E-43D6-B9FA-103D118B7F79}">
      <dgm:prSet/>
      <dgm:spPr/>
      <dgm:t>
        <a:bodyPr/>
        <a:lstStyle/>
        <a:p>
          <a:endParaRPr lang="ru-RU"/>
        </a:p>
      </dgm:t>
    </dgm:pt>
    <dgm:pt modelId="{89F71E67-C5B9-47E1-84A4-C6C870DA4F07}" type="sibTrans" cxnId="{41DD4251-A83E-43D6-B9FA-103D118B7F79}">
      <dgm:prSet/>
      <dgm:spPr/>
      <dgm:t>
        <a:bodyPr/>
        <a:lstStyle/>
        <a:p>
          <a:endParaRPr lang="ru-RU"/>
        </a:p>
      </dgm:t>
    </dgm:pt>
    <dgm:pt modelId="{B4151D7E-5F2C-4CAA-9FC6-E1ECD8B3905B}" type="pres">
      <dgm:prSet presAssocID="{BE7C2D00-1FA9-4420-A7AC-1780240E5045}" presName="linear" presStyleCnt="0">
        <dgm:presLayoutVars>
          <dgm:animLvl val="lvl"/>
          <dgm:resizeHandles val="exact"/>
        </dgm:presLayoutVars>
      </dgm:prSet>
      <dgm:spPr/>
      <dgm:t>
        <a:bodyPr/>
        <a:lstStyle/>
        <a:p>
          <a:endParaRPr lang="ru-RU"/>
        </a:p>
      </dgm:t>
    </dgm:pt>
    <dgm:pt modelId="{A5315C02-82DE-4148-BB55-B3DE9CD165B9}" type="pres">
      <dgm:prSet presAssocID="{34549B02-1E25-4516-8F43-50BBD19A666B}" presName="parentText" presStyleLbl="node1" presStyleIdx="0" presStyleCnt="1">
        <dgm:presLayoutVars>
          <dgm:chMax val="0"/>
          <dgm:bulletEnabled val="1"/>
        </dgm:presLayoutVars>
      </dgm:prSet>
      <dgm:spPr/>
      <dgm:t>
        <a:bodyPr/>
        <a:lstStyle/>
        <a:p>
          <a:endParaRPr lang="ru-RU"/>
        </a:p>
      </dgm:t>
    </dgm:pt>
  </dgm:ptLst>
  <dgm:cxnLst>
    <dgm:cxn modelId="{F1D9F0DF-48C7-4AAE-B57A-F4EC24A0C2A0}" type="presOf" srcId="{BE7C2D00-1FA9-4420-A7AC-1780240E5045}" destId="{B4151D7E-5F2C-4CAA-9FC6-E1ECD8B3905B}" srcOrd="0" destOrd="0" presId="urn:microsoft.com/office/officeart/2005/8/layout/vList2"/>
    <dgm:cxn modelId="{41DD4251-A83E-43D6-B9FA-103D118B7F79}" srcId="{BE7C2D00-1FA9-4420-A7AC-1780240E5045}" destId="{34549B02-1E25-4516-8F43-50BBD19A666B}" srcOrd="0" destOrd="0" parTransId="{3C075A22-1011-4278-80C6-9033D87F1DE2}" sibTransId="{89F71E67-C5B9-47E1-84A4-C6C870DA4F07}"/>
    <dgm:cxn modelId="{2D4F5740-DCF3-497C-B8C2-463F4C0D6638}" type="presOf" srcId="{34549B02-1E25-4516-8F43-50BBD19A666B}" destId="{A5315C02-82DE-4148-BB55-B3DE9CD165B9}" srcOrd="0" destOrd="0" presId="urn:microsoft.com/office/officeart/2005/8/layout/vList2"/>
    <dgm:cxn modelId="{F68DAF41-4F9F-471E-9F95-1BC27E72C26C}" type="presParOf" srcId="{B4151D7E-5F2C-4CAA-9FC6-E1ECD8B3905B}" destId="{A5315C02-82DE-4148-BB55-B3DE9CD165B9}"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BE7C2D00-1FA9-4420-A7AC-1780240E50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34549B02-1E25-4516-8F43-50BBD19A666B}">
      <dgm:prSet/>
      <dgm:spPr/>
      <dgm:t>
        <a:bodyPr/>
        <a:lstStyle/>
        <a:p>
          <a:pPr rtl="0"/>
          <a:r>
            <a:rPr lang="ru-RU" dirty="0" smtClean="0"/>
            <a:t>Команда- Решение</a:t>
          </a:r>
          <a:endParaRPr lang="ru-RU" dirty="0"/>
        </a:p>
      </dgm:t>
    </dgm:pt>
    <dgm:pt modelId="{3C075A22-1011-4278-80C6-9033D87F1DE2}" type="parTrans" cxnId="{41DD4251-A83E-43D6-B9FA-103D118B7F79}">
      <dgm:prSet/>
      <dgm:spPr/>
      <dgm:t>
        <a:bodyPr/>
        <a:lstStyle/>
        <a:p>
          <a:endParaRPr lang="ru-RU"/>
        </a:p>
      </dgm:t>
    </dgm:pt>
    <dgm:pt modelId="{89F71E67-C5B9-47E1-84A4-C6C870DA4F07}" type="sibTrans" cxnId="{41DD4251-A83E-43D6-B9FA-103D118B7F79}">
      <dgm:prSet/>
      <dgm:spPr/>
      <dgm:t>
        <a:bodyPr/>
        <a:lstStyle/>
        <a:p>
          <a:endParaRPr lang="ru-RU"/>
        </a:p>
      </dgm:t>
    </dgm:pt>
    <dgm:pt modelId="{B4151D7E-5F2C-4CAA-9FC6-E1ECD8B3905B}" type="pres">
      <dgm:prSet presAssocID="{BE7C2D00-1FA9-4420-A7AC-1780240E5045}" presName="linear" presStyleCnt="0">
        <dgm:presLayoutVars>
          <dgm:animLvl val="lvl"/>
          <dgm:resizeHandles val="exact"/>
        </dgm:presLayoutVars>
      </dgm:prSet>
      <dgm:spPr/>
      <dgm:t>
        <a:bodyPr/>
        <a:lstStyle/>
        <a:p>
          <a:endParaRPr lang="ru-RU"/>
        </a:p>
      </dgm:t>
    </dgm:pt>
    <dgm:pt modelId="{A5315C02-82DE-4148-BB55-B3DE9CD165B9}" type="pres">
      <dgm:prSet presAssocID="{34549B02-1E25-4516-8F43-50BBD19A666B}" presName="parentText" presStyleLbl="node1" presStyleIdx="0" presStyleCnt="1">
        <dgm:presLayoutVars>
          <dgm:chMax val="0"/>
          <dgm:bulletEnabled val="1"/>
        </dgm:presLayoutVars>
      </dgm:prSet>
      <dgm:spPr/>
      <dgm:t>
        <a:bodyPr/>
        <a:lstStyle/>
        <a:p>
          <a:endParaRPr lang="ru-RU"/>
        </a:p>
      </dgm:t>
    </dgm:pt>
  </dgm:ptLst>
  <dgm:cxnLst>
    <dgm:cxn modelId="{DB2940AB-D0AC-4192-8014-60A35CA60A6F}" type="presOf" srcId="{34549B02-1E25-4516-8F43-50BBD19A666B}" destId="{A5315C02-82DE-4148-BB55-B3DE9CD165B9}" srcOrd="0" destOrd="0" presId="urn:microsoft.com/office/officeart/2005/8/layout/vList2"/>
    <dgm:cxn modelId="{41DD4251-A83E-43D6-B9FA-103D118B7F79}" srcId="{BE7C2D00-1FA9-4420-A7AC-1780240E5045}" destId="{34549B02-1E25-4516-8F43-50BBD19A666B}" srcOrd="0" destOrd="0" parTransId="{3C075A22-1011-4278-80C6-9033D87F1DE2}" sibTransId="{89F71E67-C5B9-47E1-84A4-C6C870DA4F07}"/>
    <dgm:cxn modelId="{16825C61-7004-4F7F-8197-D8B04DD2EF75}" type="presOf" srcId="{BE7C2D00-1FA9-4420-A7AC-1780240E5045}" destId="{B4151D7E-5F2C-4CAA-9FC6-E1ECD8B3905B}" srcOrd="0" destOrd="0" presId="urn:microsoft.com/office/officeart/2005/8/layout/vList2"/>
    <dgm:cxn modelId="{F6FFFC04-E0C4-472B-844B-4D6E433B3EFB}" type="presParOf" srcId="{B4151D7E-5F2C-4CAA-9FC6-E1ECD8B3905B}" destId="{A5315C02-82DE-4148-BB55-B3DE9CD165B9}"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245D56F-DF2F-4ED1-AE7F-7ED0FBE4CA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A7062BFF-185E-4CF6-9694-3CFAA4DE4FC2}">
      <dgm:prSet/>
      <dgm:spPr/>
      <dgm:t>
        <a:bodyPr/>
        <a:lstStyle/>
        <a:p>
          <a:pPr rtl="0"/>
          <a:r>
            <a:rPr lang="ru-RU" dirty="0" smtClean="0"/>
            <a:t>Команда - Структура</a:t>
          </a:r>
          <a:endParaRPr lang="ru-RU" dirty="0"/>
        </a:p>
      </dgm:t>
    </dgm:pt>
    <dgm:pt modelId="{93A71F5B-4DC9-4F9C-A264-68B9DAA34BC0}" type="parTrans" cxnId="{8EFEE715-D843-429C-8C6F-58805FDBC90B}">
      <dgm:prSet/>
      <dgm:spPr/>
      <dgm:t>
        <a:bodyPr/>
        <a:lstStyle/>
        <a:p>
          <a:endParaRPr lang="ru-RU"/>
        </a:p>
      </dgm:t>
    </dgm:pt>
    <dgm:pt modelId="{0AAACFF4-032B-48A0-8351-A200C8D3475E}" type="sibTrans" cxnId="{8EFEE715-D843-429C-8C6F-58805FDBC90B}">
      <dgm:prSet/>
      <dgm:spPr/>
      <dgm:t>
        <a:bodyPr/>
        <a:lstStyle/>
        <a:p>
          <a:endParaRPr lang="ru-RU"/>
        </a:p>
      </dgm:t>
    </dgm:pt>
    <dgm:pt modelId="{82F9B57D-D607-41A5-A6B1-F5DE03C5642B}" type="pres">
      <dgm:prSet presAssocID="{9245D56F-DF2F-4ED1-AE7F-7ED0FBE4CA71}" presName="linear" presStyleCnt="0">
        <dgm:presLayoutVars>
          <dgm:animLvl val="lvl"/>
          <dgm:resizeHandles val="exact"/>
        </dgm:presLayoutVars>
      </dgm:prSet>
      <dgm:spPr/>
      <dgm:t>
        <a:bodyPr/>
        <a:lstStyle/>
        <a:p>
          <a:endParaRPr lang="ru-RU"/>
        </a:p>
      </dgm:t>
    </dgm:pt>
    <dgm:pt modelId="{E0BFD94F-861C-4E5E-94D5-196832379422}" type="pres">
      <dgm:prSet presAssocID="{A7062BFF-185E-4CF6-9694-3CFAA4DE4FC2}" presName="parentText" presStyleLbl="node1" presStyleIdx="0" presStyleCnt="1" custLinFactNeighborX="126" custLinFactNeighborY="4450">
        <dgm:presLayoutVars>
          <dgm:chMax val="0"/>
          <dgm:bulletEnabled val="1"/>
        </dgm:presLayoutVars>
      </dgm:prSet>
      <dgm:spPr/>
      <dgm:t>
        <a:bodyPr/>
        <a:lstStyle/>
        <a:p>
          <a:endParaRPr lang="ru-RU"/>
        </a:p>
      </dgm:t>
    </dgm:pt>
  </dgm:ptLst>
  <dgm:cxnLst>
    <dgm:cxn modelId="{1E2DCC3A-6C71-418C-B98B-46438C39420D}" type="presOf" srcId="{A7062BFF-185E-4CF6-9694-3CFAA4DE4FC2}" destId="{E0BFD94F-861C-4E5E-94D5-196832379422}" srcOrd="0" destOrd="0" presId="urn:microsoft.com/office/officeart/2005/8/layout/vList2"/>
    <dgm:cxn modelId="{E8EE84DE-E28C-4D49-A683-3641929E64B7}" type="presOf" srcId="{9245D56F-DF2F-4ED1-AE7F-7ED0FBE4CA71}" destId="{82F9B57D-D607-41A5-A6B1-F5DE03C5642B}" srcOrd="0" destOrd="0" presId="urn:microsoft.com/office/officeart/2005/8/layout/vList2"/>
    <dgm:cxn modelId="{8EFEE715-D843-429C-8C6F-58805FDBC90B}" srcId="{9245D56F-DF2F-4ED1-AE7F-7ED0FBE4CA71}" destId="{A7062BFF-185E-4CF6-9694-3CFAA4DE4FC2}" srcOrd="0" destOrd="0" parTransId="{93A71F5B-4DC9-4F9C-A264-68B9DAA34BC0}" sibTransId="{0AAACFF4-032B-48A0-8351-A200C8D3475E}"/>
    <dgm:cxn modelId="{48D22DD9-51FE-4707-BA3B-8D6E9E571341}" type="presParOf" srcId="{82F9B57D-D607-41A5-A6B1-F5DE03C5642B}" destId="{E0BFD94F-861C-4E5E-94D5-196832379422}"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E7C2D00-1FA9-4420-A7AC-1780240E50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34549B02-1E25-4516-8F43-50BBD19A666B}">
      <dgm:prSet/>
      <dgm:spPr/>
      <dgm:t>
        <a:bodyPr/>
        <a:lstStyle/>
        <a:p>
          <a:pPr rtl="0"/>
          <a:r>
            <a:rPr lang="ru-RU" dirty="0" smtClean="0"/>
            <a:t>Команда- Преимущество</a:t>
          </a:r>
          <a:endParaRPr lang="ru-RU" dirty="0"/>
        </a:p>
      </dgm:t>
    </dgm:pt>
    <dgm:pt modelId="{3C075A22-1011-4278-80C6-9033D87F1DE2}" type="parTrans" cxnId="{41DD4251-A83E-43D6-B9FA-103D118B7F79}">
      <dgm:prSet/>
      <dgm:spPr/>
      <dgm:t>
        <a:bodyPr/>
        <a:lstStyle/>
        <a:p>
          <a:endParaRPr lang="ru-RU"/>
        </a:p>
      </dgm:t>
    </dgm:pt>
    <dgm:pt modelId="{89F71E67-C5B9-47E1-84A4-C6C870DA4F07}" type="sibTrans" cxnId="{41DD4251-A83E-43D6-B9FA-103D118B7F79}">
      <dgm:prSet/>
      <dgm:spPr/>
      <dgm:t>
        <a:bodyPr/>
        <a:lstStyle/>
        <a:p>
          <a:endParaRPr lang="ru-RU"/>
        </a:p>
      </dgm:t>
    </dgm:pt>
    <dgm:pt modelId="{B4151D7E-5F2C-4CAA-9FC6-E1ECD8B3905B}" type="pres">
      <dgm:prSet presAssocID="{BE7C2D00-1FA9-4420-A7AC-1780240E5045}" presName="linear" presStyleCnt="0">
        <dgm:presLayoutVars>
          <dgm:animLvl val="lvl"/>
          <dgm:resizeHandles val="exact"/>
        </dgm:presLayoutVars>
      </dgm:prSet>
      <dgm:spPr/>
      <dgm:t>
        <a:bodyPr/>
        <a:lstStyle/>
        <a:p>
          <a:endParaRPr lang="ru-RU"/>
        </a:p>
      </dgm:t>
    </dgm:pt>
    <dgm:pt modelId="{A5315C02-82DE-4148-BB55-B3DE9CD165B9}" type="pres">
      <dgm:prSet presAssocID="{34549B02-1E25-4516-8F43-50BBD19A666B}" presName="parentText" presStyleLbl="node1" presStyleIdx="0" presStyleCnt="1">
        <dgm:presLayoutVars>
          <dgm:chMax val="0"/>
          <dgm:bulletEnabled val="1"/>
        </dgm:presLayoutVars>
      </dgm:prSet>
      <dgm:spPr/>
      <dgm:t>
        <a:bodyPr/>
        <a:lstStyle/>
        <a:p>
          <a:endParaRPr lang="ru-RU"/>
        </a:p>
      </dgm:t>
    </dgm:pt>
  </dgm:ptLst>
  <dgm:cxnLst>
    <dgm:cxn modelId="{2C6C3473-78CD-42CF-AB2E-4302A8399B23}" type="presOf" srcId="{BE7C2D00-1FA9-4420-A7AC-1780240E5045}" destId="{B4151D7E-5F2C-4CAA-9FC6-E1ECD8B3905B}" srcOrd="0" destOrd="0" presId="urn:microsoft.com/office/officeart/2005/8/layout/vList2"/>
    <dgm:cxn modelId="{41DD4251-A83E-43D6-B9FA-103D118B7F79}" srcId="{BE7C2D00-1FA9-4420-A7AC-1780240E5045}" destId="{34549B02-1E25-4516-8F43-50BBD19A666B}" srcOrd="0" destOrd="0" parTransId="{3C075A22-1011-4278-80C6-9033D87F1DE2}" sibTransId="{89F71E67-C5B9-47E1-84A4-C6C870DA4F07}"/>
    <dgm:cxn modelId="{93306AD5-87EA-4DC1-B3F6-2D425416B4E3}" type="presOf" srcId="{34549B02-1E25-4516-8F43-50BBD19A666B}" destId="{A5315C02-82DE-4148-BB55-B3DE9CD165B9}" srcOrd="0" destOrd="0" presId="urn:microsoft.com/office/officeart/2005/8/layout/vList2"/>
    <dgm:cxn modelId="{2A7EC730-4BAE-495E-B887-14B5A0AF02D9}" type="presParOf" srcId="{B4151D7E-5F2C-4CAA-9FC6-E1ECD8B3905B}" destId="{A5315C02-82DE-4148-BB55-B3DE9CD165B9}"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9245D56F-DF2F-4ED1-AE7F-7ED0FBE4CA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A7062BFF-185E-4CF6-9694-3CFAA4DE4FC2}">
      <dgm:prSet/>
      <dgm:spPr/>
      <dgm:t>
        <a:bodyPr/>
        <a:lstStyle/>
        <a:p>
          <a:pPr rtl="0"/>
          <a:r>
            <a:rPr lang="ru-RU" dirty="0" smtClean="0"/>
            <a:t>Компоновщик - Проблема</a:t>
          </a:r>
          <a:endParaRPr lang="ru-RU" dirty="0"/>
        </a:p>
      </dgm:t>
    </dgm:pt>
    <dgm:pt modelId="{93A71F5B-4DC9-4F9C-A264-68B9DAA34BC0}" type="parTrans" cxnId="{8EFEE715-D843-429C-8C6F-58805FDBC90B}">
      <dgm:prSet/>
      <dgm:spPr/>
      <dgm:t>
        <a:bodyPr/>
        <a:lstStyle/>
        <a:p>
          <a:endParaRPr lang="ru-RU"/>
        </a:p>
      </dgm:t>
    </dgm:pt>
    <dgm:pt modelId="{0AAACFF4-032B-48A0-8351-A200C8D3475E}" type="sibTrans" cxnId="{8EFEE715-D843-429C-8C6F-58805FDBC90B}">
      <dgm:prSet/>
      <dgm:spPr/>
      <dgm:t>
        <a:bodyPr/>
        <a:lstStyle/>
        <a:p>
          <a:endParaRPr lang="ru-RU"/>
        </a:p>
      </dgm:t>
    </dgm:pt>
    <dgm:pt modelId="{82F9B57D-D607-41A5-A6B1-F5DE03C5642B}" type="pres">
      <dgm:prSet presAssocID="{9245D56F-DF2F-4ED1-AE7F-7ED0FBE4CA71}" presName="linear" presStyleCnt="0">
        <dgm:presLayoutVars>
          <dgm:animLvl val="lvl"/>
          <dgm:resizeHandles val="exact"/>
        </dgm:presLayoutVars>
      </dgm:prSet>
      <dgm:spPr/>
      <dgm:t>
        <a:bodyPr/>
        <a:lstStyle/>
        <a:p>
          <a:endParaRPr lang="ru-RU"/>
        </a:p>
      </dgm:t>
    </dgm:pt>
    <dgm:pt modelId="{E0BFD94F-861C-4E5E-94D5-196832379422}" type="pres">
      <dgm:prSet presAssocID="{A7062BFF-185E-4CF6-9694-3CFAA4DE4FC2}" presName="parentText" presStyleLbl="node1" presStyleIdx="0" presStyleCnt="1" custLinFactNeighborX="126" custLinFactNeighborY="4450">
        <dgm:presLayoutVars>
          <dgm:chMax val="0"/>
          <dgm:bulletEnabled val="1"/>
        </dgm:presLayoutVars>
      </dgm:prSet>
      <dgm:spPr/>
      <dgm:t>
        <a:bodyPr/>
        <a:lstStyle/>
        <a:p>
          <a:endParaRPr lang="ru-RU"/>
        </a:p>
      </dgm:t>
    </dgm:pt>
  </dgm:ptLst>
  <dgm:cxnLst>
    <dgm:cxn modelId="{F95A0D22-02D8-4A8D-BF8D-12ED262935BB}" type="presOf" srcId="{9245D56F-DF2F-4ED1-AE7F-7ED0FBE4CA71}" destId="{82F9B57D-D607-41A5-A6B1-F5DE03C5642B}" srcOrd="0" destOrd="0" presId="urn:microsoft.com/office/officeart/2005/8/layout/vList2"/>
    <dgm:cxn modelId="{8EFEE715-D843-429C-8C6F-58805FDBC90B}" srcId="{9245D56F-DF2F-4ED1-AE7F-7ED0FBE4CA71}" destId="{A7062BFF-185E-4CF6-9694-3CFAA4DE4FC2}" srcOrd="0" destOrd="0" parTransId="{93A71F5B-4DC9-4F9C-A264-68B9DAA34BC0}" sibTransId="{0AAACFF4-032B-48A0-8351-A200C8D3475E}"/>
    <dgm:cxn modelId="{BE68C351-D8D0-4E2F-AFCF-A87493A302C2}" type="presOf" srcId="{A7062BFF-185E-4CF6-9694-3CFAA4DE4FC2}" destId="{E0BFD94F-861C-4E5E-94D5-196832379422}" srcOrd="0" destOrd="0" presId="urn:microsoft.com/office/officeart/2005/8/layout/vList2"/>
    <dgm:cxn modelId="{5DD391FB-36A2-4737-B019-995668C3A0F7}" type="presParOf" srcId="{82F9B57D-D607-41A5-A6B1-F5DE03C5642B}" destId="{E0BFD94F-861C-4E5E-94D5-196832379422}"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245D56F-DF2F-4ED1-AE7F-7ED0FBE4CA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A7062BFF-185E-4CF6-9694-3CFAA4DE4FC2}">
      <dgm:prSet/>
      <dgm:spPr/>
      <dgm:t>
        <a:bodyPr/>
        <a:lstStyle/>
        <a:p>
          <a:pPr rtl="0"/>
          <a:r>
            <a:rPr lang="ru-RU" dirty="0" smtClean="0"/>
            <a:t>Компоновщик - Решение</a:t>
          </a:r>
          <a:endParaRPr lang="ru-RU" dirty="0"/>
        </a:p>
      </dgm:t>
    </dgm:pt>
    <dgm:pt modelId="{93A71F5B-4DC9-4F9C-A264-68B9DAA34BC0}" type="parTrans" cxnId="{8EFEE715-D843-429C-8C6F-58805FDBC90B}">
      <dgm:prSet/>
      <dgm:spPr/>
      <dgm:t>
        <a:bodyPr/>
        <a:lstStyle/>
        <a:p>
          <a:endParaRPr lang="ru-RU"/>
        </a:p>
      </dgm:t>
    </dgm:pt>
    <dgm:pt modelId="{0AAACFF4-032B-48A0-8351-A200C8D3475E}" type="sibTrans" cxnId="{8EFEE715-D843-429C-8C6F-58805FDBC90B}">
      <dgm:prSet/>
      <dgm:spPr/>
      <dgm:t>
        <a:bodyPr/>
        <a:lstStyle/>
        <a:p>
          <a:endParaRPr lang="ru-RU"/>
        </a:p>
      </dgm:t>
    </dgm:pt>
    <dgm:pt modelId="{82F9B57D-D607-41A5-A6B1-F5DE03C5642B}" type="pres">
      <dgm:prSet presAssocID="{9245D56F-DF2F-4ED1-AE7F-7ED0FBE4CA71}" presName="linear" presStyleCnt="0">
        <dgm:presLayoutVars>
          <dgm:animLvl val="lvl"/>
          <dgm:resizeHandles val="exact"/>
        </dgm:presLayoutVars>
      </dgm:prSet>
      <dgm:spPr/>
      <dgm:t>
        <a:bodyPr/>
        <a:lstStyle/>
        <a:p>
          <a:endParaRPr lang="ru-RU"/>
        </a:p>
      </dgm:t>
    </dgm:pt>
    <dgm:pt modelId="{E0BFD94F-861C-4E5E-94D5-196832379422}" type="pres">
      <dgm:prSet presAssocID="{A7062BFF-185E-4CF6-9694-3CFAA4DE4FC2}" presName="parentText" presStyleLbl="node1" presStyleIdx="0" presStyleCnt="1" custLinFactNeighborX="126" custLinFactNeighborY="4450">
        <dgm:presLayoutVars>
          <dgm:chMax val="0"/>
          <dgm:bulletEnabled val="1"/>
        </dgm:presLayoutVars>
      </dgm:prSet>
      <dgm:spPr/>
      <dgm:t>
        <a:bodyPr/>
        <a:lstStyle/>
        <a:p>
          <a:endParaRPr lang="ru-RU"/>
        </a:p>
      </dgm:t>
    </dgm:pt>
  </dgm:ptLst>
  <dgm:cxnLst>
    <dgm:cxn modelId="{AB117C46-4C75-4439-9FC9-7D7155E9780C}" type="presOf" srcId="{9245D56F-DF2F-4ED1-AE7F-7ED0FBE4CA71}" destId="{82F9B57D-D607-41A5-A6B1-F5DE03C5642B}" srcOrd="0" destOrd="0" presId="urn:microsoft.com/office/officeart/2005/8/layout/vList2"/>
    <dgm:cxn modelId="{6D350846-EDF1-488B-8104-97366883FC14}" type="presOf" srcId="{A7062BFF-185E-4CF6-9694-3CFAA4DE4FC2}" destId="{E0BFD94F-861C-4E5E-94D5-196832379422}" srcOrd="0" destOrd="0" presId="urn:microsoft.com/office/officeart/2005/8/layout/vList2"/>
    <dgm:cxn modelId="{8EFEE715-D843-429C-8C6F-58805FDBC90B}" srcId="{9245D56F-DF2F-4ED1-AE7F-7ED0FBE4CA71}" destId="{A7062BFF-185E-4CF6-9694-3CFAA4DE4FC2}" srcOrd="0" destOrd="0" parTransId="{93A71F5B-4DC9-4F9C-A264-68B9DAA34BC0}" sibTransId="{0AAACFF4-032B-48A0-8351-A200C8D3475E}"/>
    <dgm:cxn modelId="{F919D232-5F00-4B0E-B158-81DEA707E1DC}" type="presParOf" srcId="{82F9B57D-D607-41A5-A6B1-F5DE03C5642B}" destId="{E0BFD94F-861C-4E5E-94D5-196832379422}"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9245D56F-DF2F-4ED1-AE7F-7ED0FBE4CA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A7062BFF-185E-4CF6-9694-3CFAA4DE4FC2}">
      <dgm:prSet/>
      <dgm:spPr/>
      <dgm:t>
        <a:bodyPr/>
        <a:lstStyle/>
        <a:p>
          <a:pPr rtl="0"/>
          <a:r>
            <a:rPr lang="ru-RU" dirty="0" smtClean="0"/>
            <a:t>Компоновщик - Структура</a:t>
          </a:r>
          <a:endParaRPr lang="ru-RU" dirty="0"/>
        </a:p>
      </dgm:t>
    </dgm:pt>
    <dgm:pt modelId="{93A71F5B-4DC9-4F9C-A264-68B9DAA34BC0}" type="parTrans" cxnId="{8EFEE715-D843-429C-8C6F-58805FDBC90B}">
      <dgm:prSet/>
      <dgm:spPr/>
      <dgm:t>
        <a:bodyPr/>
        <a:lstStyle/>
        <a:p>
          <a:endParaRPr lang="ru-RU"/>
        </a:p>
      </dgm:t>
    </dgm:pt>
    <dgm:pt modelId="{0AAACFF4-032B-48A0-8351-A200C8D3475E}" type="sibTrans" cxnId="{8EFEE715-D843-429C-8C6F-58805FDBC90B}">
      <dgm:prSet/>
      <dgm:spPr/>
      <dgm:t>
        <a:bodyPr/>
        <a:lstStyle/>
        <a:p>
          <a:endParaRPr lang="ru-RU"/>
        </a:p>
      </dgm:t>
    </dgm:pt>
    <dgm:pt modelId="{82F9B57D-D607-41A5-A6B1-F5DE03C5642B}" type="pres">
      <dgm:prSet presAssocID="{9245D56F-DF2F-4ED1-AE7F-7ED0FBE4CA71}" presName="linear" presStyleCnt="0">
        <dgm:presLayoutVars>
          <dgm:animLvl val="lvl"/>
          <dgm:resizeHandles val="exact"/>
        </dgm:presLayoutVars>
      </dgm:prSet>
      <dgm:spPr/>
      <dgm:t>
        <a:bodyPr/>
        <a:lstStyle/>
        <a:p>
          <a:endParaRPr lang="ru-RU"/>
        </a:p>
      </dgm:t>
    </dgm:pt>
    <dgm:pt modelId="{E0BFD94F-861C-4E5E-94D5-196832379422}" type="pres">
      <dgm:prSet presAssocID="{A7062BFF-185E-4CF6-9694-3CFAA4DE4FC2}" presName="parentText" presStyleLbl="node1" presStyleIdx="0" presStyleCnt="1" custLinFactNeighborX="126" custLinFactNeighborY="4450">
        <dgm:presLayoutVars>
          <dgm:chMax val="0"/>
          <dgm:bulletEnabled val="1"/>
        </dgm:presLayoutVars>
      </dgm:prSet>
      <dgm:spPr/>
      <dgm:t>
        <a:bodyPr/>
        <a:lstStyle/>
        <a:p>
          <a:endParaRPr lang="ru-RU"/>
        </a:p>
      </dgm:t>
    </dgm:pt>
  </dgm:ptLst>
  <dgm:cxnLst>
    <dgm:cxn modelId="{9BEEC977-C632-46DF-8560-D02799EFFB4B}" type="presOf" srcId="{9245D56F-DF2F-4ED1-AE7F-7ED0FBE4CA71}" destId="{82F9B57D-D607-41A5-A6B1-F5DE03C5642B}" srcOrd="0" destOrd="0" presId="urn:microsoft.com/office/officeart/2005/8/layout/vList2"/>
    <dgm:cxn modelId="{8EFEE715-D843-429C-8C6F-58805FDBC90B}" srcId="{9245D56F-DF2F-4ED1-AE7F-7ED0FBE4CA71}" destId="{A7062BFF-185E-4CF6-9694-3CFAA4DE4FC2}" srcOrd="0" destOrd="0" parTransId="{93A71F5B-4DC9-4F9C-A264-68B9DAA34BC0}" sibTransId="{0AAACFF4-032B-48A0-8351-A200C8D3475E}"/>
    <dgm:cxn modelId="{5F7859EF-A150-4D11-9AD9-7ED2A8DE3706}" type="presOf" srcId="{A7062BFF-185E-4CF6-9694-3CFAA4DE4FC2}" destId="{E0BFD94F-861C-4E5E-94D5-196832379422}" srcOrd="0" destOrd="0" presId="urn:microsoft.com/office/officeart/2005/8/layout/vList2"/>
    <dgm:cxn modelId="{DF7B2D94-4491-4B63-9CE3-A60B685C4DDD}" type="presParOf" srcId="{82F9B57D-D607-41A5-A6B1-F5DE03C5642B}" destId="{E0BFD94F-861C-4E5E-94D5-196832379422}"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9245D56F-DF2F-4ED1-AE7F-7ED0FBE4CA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A7062BFF-185E-4CF6-9694-3CFAA4DE4FC2}">
      <dgm:prSet/>
      <dgm:spPr/>
      <dgm:t>
        <a:bodyPr/>
        <a:lstStyle/>
        <a:p>
          <a:pPr rtl="0"/>
          <a:r>
            <a:rPr lang="ru-RU" dirty="0" smtClean="0"/>
            <a:t>Компоновщик - Использование</a:t>
          </a:r>
          <a:endParaRPr lang="ru-RU" dirty="0"/>
        </a:p>
      </dgm:t>
    </dgm:pt>
    <dgm:pt modelId="{93A71F5B-4DC9-4F9C-A264-68B9DAA34BC0}" type="parTrans" cxnId="{8EFEE715-D843-429C-8C6F-58805FDBC90B}">
      <dgm:prSet/>
      <dgm:spPr/>
      <dgm:t>
        <a:bodyPr/>
        <a:lstStyle/>
        <a:p>
          <a:endParaRPr lang="ru-RU"/>
        </a:p>
      </dgm:t>
    </dgm:pt>
    <dgm:pt modelId="{0AAACFF4-032B-48A0-8351-A200C8D3475E}" type="sibTrans" cxnId="{8EFEE715-D843-429C-8C6F-58805FDBC90B}">
      <dgm:prSet/>
      <dgm:spPr/>
      <dgm:t>
        <a:bodyPr/>
        <a:lstStyle/>
        <a:p>
          <a:endParaRPr lang="ru-RU"/>
        </a:p>
      </dgm:t>
    </dgm:pt>
    <dgm:pt modelId="{82F9B57D-D607-41A5-A6B1-F5DE03C5642B}" type="pres">
      <dgm:prSet presAssocID="{9245D56F-DF2F-4ED1-AE7F-7ED0FBE4CA71}" presName="linear" presStyleCnt="0">
        <dgm:presLayoutVars>
          <dgm:animLvl val="lvl"/>
          <dgm:resizeHandles val="exact"/>
        </dgm:presLayoutVars>
      </dgm:prSet>
      <dgm:spPr/>
      <dgm:t>
        <a:bodyPr/>
        <a:lstStyle/>
        <a:p>
          <a:endParaRPr lang="ru-RU"/>
        </a:p>
      </dgm:t>
    </dgm:pt>
    <dgm:pt modelId="{E0BFD94F-861C-4E5E-94D5-196832379422}" type="pres">
      <dgm:prSet presAssocID="{A7062BFF-185E-4CF6-9694-3CFAA4DE4FC2}" presName="parentText" presStyleLbl="node1" presStyleIdx="0" presStyleCnt="1" custLinFactNeighborX="126" custLinFactNeighborY="4450">
        <dgm:presLayoutVars>
          <dgm:chMax val="0"/>
          <dgm:bulletEnabled val="1"/>
        </dgm:presLayoutVars>
      </dgm:prSet>
      <dgm:spPr/>
      <dgm:t>
        <a:bodyPr/>
        <a:lstStyle/>
        <a:p>
          <a:endParaRPr lang="ru-RU"/>
        </a:p>
      </dgm:t>
    </dgm:pt>
  </dgm:ptLst>
  <dgm:cxnLst>
    <dgm:cxn modelId="{B9AE20A1-AF4A-4FF4-B706-C6FE8420EABF}" type="presOf" srcId="{A7062BFF-185E-4CF6-9694-3CFAA4DE4FC2}" destId="{E0BFD94F-861C-4E5E-94D5-196832379422}" srcOrd="0" destOrd="0" presId="urn:microsoft.com/office/officeart/2005/8/layout/vList2"/>
    <dgm:cxn modelId="{6F929C77-8797-4317-AD7B-0C7CE128B0EC}" type="presOf" srcId="{9245D56F-DF2F-4ED1-AE7F-7ED0FBE4CA71}" destId="{82F9B57D-D607-41A5-A6B1-F5DE03C5642B}" srcOrd="0" destOrd="0" presId="urn:microsoft.com/office/officeart/2005/8/layout/vList2"/>
    <dgm:cxn modelId="{8EFEE715-D843-429C-8C6F-58805FDBC90B}" srcId="{9245D56F-DF2F-4ED1-AE7F-7ED0FBE4CA71}" destId="{A7062BFF-185E-4CF6-9694-3CFAA4DE4FC2}" srcOrd="0" destOrd="0" parTransId="{93A71F5B-4DC9-4F9C-A264-68B9DAA34BC0}" sibTransId="{0AAACFF4-032B-48A0-8351-A200C8D3475E}"/>
    <dgm:cxn modelId="{AA590EBF-5FBD-4E67-BA1F-44EBB16E6D5A}" type="presParOf" srcId="{82F9B57D-D607-41A5-A6B1-F5DE03C5642B}" destId="{E0BFD94F-861C-4E5E-94D5-196832379422}"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9245D56F-DF2F-4ED1-AE7F-7ED0FBE4CA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A7062BFF-185E-4CF6-9694-3CFAA4DE4FC2}">
      <dgm:prSet/>
      <dgm:spPr/>
      <dgm:t>
        <a:bodyPr/>
        <a:lstStyle/>
        <a:p>
          <a:pPr rtl="0"/>
          <a:r>
            <a:rPr lang="ru-RU" dirty="0" smtClean="0"/>
            <a:t>Фасад - Проблема</a:t>
          </a:r>
          <a:endParaRPr lang="ru-RU" dirty="0"/>
        </a:p>
      </dgm:t>
    </dgm:pt>
    <dgm:pt modelId="{93A71F5B-4DC9-4F9C-A264-68B9DAA34BC0}" type="parTrans" cxnId="{8EFEE715-D843-429C-8C6F-58805FDBC90B}">
      <dgm:prSet/>
      <dgm:spPr/>
      <dgm:t>
        <a:bodyPr/>
        <a:lstStyle/>
        <a:p>
          <a:endParaRPr lang="ru-RU"/>
        </a:p>
      </dgm:t>
    </dgm:pt>
    <dgm:pt modelId="{0AAACFF4-032B-48A0-8351-A200C8D3475E}" type="sibTrans" cxnId="{8EFEE715-D843-429C-8C6F-58805FDBC90B}">
      <dgm:prSet/>
      <dgm:spPr/>
      <dgm:t>
        <a:bodyPr/>
        <a:lstStyle/>
        <a:p>
          <a:endParaRPr lang="ru-RU"/>
        </a:p>
      </dgm:t>
    </dgm:pt>
    <dgm:pt modelId="{82F9B57D-D607-41A5-A6B1-F5DE03C5642B}" type="pres">
      <dgm:prSet presAssocID="{9245D56F-DF2F-4ED1-AE7F-7ED0FBE4CA71}" presName="linear" presStyleCnt="0">
        <dgm:presLayoutVars>
          <dgm:animLvl val="lvl"/>
          <dgm:resizeHandles val="exact"/>
        </dgm:presLayoutVars>
      </dgm:prSet>
      <dgm:spPr/>
      <dgm:t>
        <a:bodyPr/>
        <a:lstStyle/>
        <a:p>
          <a:endParaRPr lang="ru-RU"/>
        </a:p>
      </dgm:t>
    </dgm:pt>
    <dgm:pt modelId="{E0BFD94F-861C-4E5E-94D5-196832379422}" type="pres">
      <dgm:prSet presAssocID="{A7062BFF-185E-4CF6-9694-3CFAA4DE4FC2}" presName="parentText" presStyleLbl="node1" presStyleIdx="0" presStyleCnt="1" custLinFactNeighborX="126" custLinFactNeighborY="4450">
        <dgm:presLayoutVars>
          <dgm:chMax val="0"/>
          <dgm:bulletEnabled val="1"/>
        </dgm:presLayoutVars>
      </dgm:prSet>
      <dgm:spPr/>
      <dgm:t>
        <a:bodyPr/>
        <a:lstStyle/>
        <a:p>
          <a:endParaRPr lang="ru-RU"/>
        </a:p>
      </dgm:t>
    </dgm:pt>
  </dgm:ptLst>
  <dgm:cxnLst>
    <dgm:cxn modelId="{926D37DD-E39A-4995-BD67-1AFC0C6AD019}" type="presOf" srcId="{9245D56F-DF2F-4ED1-AE7F-7ED0FBE4CA71}" destId="{82F9B57D-D607-41A5-A6B1-F5DE03C5642B}" srcOrd="0" destOrd="0" presId="urn:microsoft.com/office/officeart/2005/8/layout/vList2"/>
    <dgm:cxn modelId="{E4481828-0427-4B1C-A6E5-AD4BFA3ABD78}" type="presOf" srcId="{A7062BFF-185E-4CF6-9694-3CFAA4DE4FC2}" destId="{E0BFD94F-861C-4E5E-94D5-196832379422}" srcOrd="0" destOrd="0" presId="urn:microsoft.com/office/officeart/2005/8/layout/vList2"/>
    <dgm:cxn modelId="{8EFEE715-D843-429C-8C6F-58805FDBC90B}" srcId="{9245D56F-DF2F-4ED1-AE7F-7ED0FBE4CA71}" destId="{A7062BFF-185E-4CF6-9694-3CFAA4DE4FC2}" srcOrd="0" destOrd="0" parTransId="{93A71F5B-4DC9-4F9C-A264-68B9DAA34BC0}" sibTransId="{0AAACFF4-032B-48A0-8351-A200C8D3475E}"/>
    <dgm:cxn modelId="{1B803C59-2700-4477-9BB1-2992B6616A53}" type="presParOf" srcId="{82F9B57D-D607-41A5-A6B1-F5DE03C5642B}" destId="{E0BFD94F-861C-4E5E-94D5-196832379422}"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245D56F-DF2F-4ED1-AE7F-7ED0FBE4CA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A7062BFF-185E-4CF6-9694-3CFAA4DE4FC2}">
      <dgm:prSet/>
      <dgm:spPr/>
      <dgm:t>
        <a:bodyPr/>
        <a:lstStyle/>
        <a:p>
          <a:pPr rtl="0"/>
          <a:r>
            <a:rPr lang="ru-RU" dirty="0" smtClean="0"/>
            <a:t>Фасад - Решение</a:t>
          </a:r>
          <a:endParaRPr lang="ru-RU" dirty="0"/>
        </a:p>
      </dgm:t>
    </dgm:pt>
    <dgm:pt modelId="{93A71F5B-4DC9-4F9C-A264-68B9DAA34BC0}" type="parTrans" cxnId="{8EFEE715-D843-429C-8C6F-58805FDBC90B}">
      <dgm:prSet/>
      <dgm:spPr/>
      <dgm:t>
        <a:bodyPr/>
        <a:lstStyle/>
        <a:p>
          <a:endParaRPr lang="ru-RU"/>
        </a:p>
      </dgm:t>
    </dgm:pt>
    <dgm:pt modelId="{0AAACFF4-032B-48A0-8351-A200C8D3475E}" type="sibTrans" cxnId="{8EFEE715-D843-429C-8C6F-58805FDBC90B}">
      <dgm:prSet/>
      <dgm:spPr/>
      <dgm:t>
        <a:bodyPr/>
        <a:lstStyle/>
        <a:p>
          <a:endParaRPr lang="ru-RU"/>
        </a:p>
      </dgm:t>
    </dgm:pt>
    <dgm:pt modelId="{82F9B57D-D607-41A5-A6B1-F5DE03C5642B}" type="pres">
      <dgm:prSet presAssocID="{9245D56F-DF2F-4ED1-AE7F-7ED0FBE4CA71}" presName="linear" presStyleCnt="0">
        <dgm:presLayoutVars>
          <dgm:animLvl val="lvl"/>
          <dgm:resizeHandles val="exact"/>
        </dgm:presLayoutVars>
      </dgm:prSet>
      <dgm:spPr/>
      <dgm:t>
        <a:bodyPr/>
        <a:lstStyle/>
        <a:p>
          <a:endParaRPr lang="ru-RU"/>
        </a:p>
      </dgm:t>
    </dgm:pt>
    <dgm:pt modelId="{E0BFD94F-861C-4E5E-94D5-196832379422}" type="pres">
      <dgm:prSet presAssocID="{A7062BFF-185E-4CF6-9694-3CFAA4DE4FC2}" presName="parentText" presStyleLbl="node1" presStyleIdx="0" presStyleCnt="1" custLinFactNeighborX="126" custLinFactNeighborY="4450">
        <dgm:presLayoutVars>
          <dgm:chMax val="0"/>
          <dgm:bulletEnabled val="1"/>
        </dgm:presLayoutVars>
      </dgm:prSet>
      <dgm:spPr/>
      <dgm:t>
        <a:bodyPr/>
        <a:lstStyle/>
        <a:p>
          <a:endParaRPr lang="ru-RU"/>
        </a:p>
      </dgm:t>
    </dgm:pt>
  </dgm:ptLst>
  <dgm:cxnLst>
    <dgm:cxn modelId="{0619105E-9835-4207-A5DC-88FDFB66D112}" type="presOf" srcId="{9245D56F-DF2F-4ED1-AE7F-7ED0FBE4CA71}" destId="{82F9B57D-D607-41A5-A6B1-F5DE03C5642B}" srcOrd="0" destOrd="0" presId="urn:microsoft.com/office/officeart/2005/8/layout/vList2"/>
    <dgm:cxn modelId="{8EFEE715-D843-429C-8C6F-58805FDBC90B}" srcId="{9245D56F-DF2F-4ED1-AE7F-7ED0FBE4CA71}" destId="{A7062BFF-185E-4CF6-9694-3CFAA4DE4FC2}" srcOrd="0" destOrd="0" parTransId="{93A71F5B-4DC9-4F9C-A264-68B9DAA34BC0}" sibTransId="{0AAACFF4-032B-48A0-8351-A200C8D3475E}"/>
    <dgm:cxn modelId="{6FE92D36-8C2D-44B4-9D1F-5EED587327B5}" type="presOf" srcId="{A7062BFF-185E-4CF6-9694-3CFAA4DE4FC2}" destId="{E0BFD94F-861C-4E5E-94D5-196832379422}" srcOrd="0" destOrd="0" presId="urn:microsoft.com/office/officeart/2005/8/layout/vList2"/>
    <dgm:cxn modelId="{FE9B202D-9239-4A11-B8A5-11594EAFAE27}" type="presParOf" srcId="{82F9B57D-D607-41A5-A6B1-F5DE03C5642B}" destId="{E0BFD94F-861C-4E5E-94D5-196832379422}"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9245D56F-DF2F-4ED1-AE7F-7ED0FBE4CA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A7062BFF-185E-4CF6-9694-3CFAA4DE4FC2}">
      <dgm:prSet/>
      <dgm:spPr/>
      <dgm:t>
        <a:bodyPr/>
        <a:lstStyle/>
        <a:p>
          <a:pPr rtl="0"/>
          <a:r>
            <a:rPr lang="ru-RU" dirty="0" smtClean="0"/>
            <a:t>Фасад - Структура</a:t>
          </a:r>
          <a:endParaRPr lang="ru-RU" dirty="0"/>
        </a:p>
      </dgm:t>
    </dgm:pt>
    <dgm:pt modelId="{93A71F5B-4DC9-4F9C-A264-68B9DAA34BC0}" type="parTrans" cxnId="{8EFEE715-D843-429C-8C6F-58805FDBC90B}">
      <dgm:prSet/>
      <dgm:spPr/>
      <dgm:t>
        <a:bodyPr/>
        <a:lstStyle/>
        <a:p>
          <a:endParaRPr lang="ru-RU"/>
        </a:p>
      </dgm:t>
    </dgm:pt>
    <dgm:pt modelId="{0AAACFF4-032B-48A0-8351-A200C8D3475E}" type="sibTrans" cxnId="{8EFEE715-D843-429C-8C6F-58805FDBC90B}">
      <dgm:prSet/>
      <dgm:spPr/>
      <dgm:t>
        <a:bodyPr/>
        <a:lstStyle/>
        <a:p>
          <a:endParaRPr lang="ru-RU"/>
        </a:p>
      </dgm:t>
    </dgm:pt>
    <dgm:pt modelId="{82F9B57D-D607-41A5-A6B1-F5DE03C5642B}" type="pres">
      <dgm:prSet presAssocID="{9245D56F-DF2F-4ED1-AE7F-7ED0FBE4CA71}" presName="linear" presStyleCnt="0">
        <dgm:presLayoutVars>
          <dgm:animLvl val="lvl"/>
          <dgm:resizeHandles val="exact"/>
        </dgm:presLayoutVars>
      </dgm:prSet>
      <dgm:spPr/>
      <dgm:t>
        <a:bodyPr/>
        <a:lstStyle/>
        <a:p>
          <a:endParaRPr lang="ru-RU"/>
        </a:p>
      </dgm:t>
    </dgm:pt>
    <dgm:pt modelId="{E0BFD94F-861C-4E5E-94D5-196832379422}" type="pres">
      <dgm:prSet presAssocID="{A7062BFF-185E-4CF6-9694-3CFAA4DE4FC2}" presName="parentText" presStyleLbl="node1" presStyleIdx="0" presStyleCnt="1" custLinFactNeighborX="126" custLinFactNeighborY="4450">
        <dgm:presLayoutVars>
          <dgm:chMax val="0"/>
          <dgm:bulletEnabled val="1"/>
        </dgm:presLayoutVars>
      </dgm:prSet>
      <dgm:spPr/>
      <dgm:t>
        <a:bodyPr/>
        <a:lstStyle/>
        <a:p>
          <a:endParaRPr lang="ru-RU"/>
        </a:p>
      </dgm:t>
    </dgm:pt>
  </dgm:ptLst>
  <dgm:cxnLst>
    <dgm:cxn modelId="{E50C8411-4C4D-4DDA-8E83-9400DF35617F}" type="presOf" srcId="{9245D56F-DF2F-4ED1-AE7F-7ED0FBE4CA71}" destId="{82F9B57D-D607-41A5-A6B1-F5DE03C5642B}" srcOrd="0" destOrd="0" presId="urn:microsoft.com/office/officeart/2005/8/layout/vList2"/>
    <dgm:cxn modelId="{DDF66EF3-E661-4E2A-83AC-50E5237DC357}" type="presOf" srcId="{A7062BFF-185E-4CF6-9694-3CFAA4DE4FC2}" destId="{E0BFD94F-861C-4E5E-94D5-196832379422}" srcOrd="0" destOrd="0" presId="urn:microsoft.com/office/officeart/2005/8/layout/vList2"/>
    <dgm:cxn modelId="{8EFEE715-D843-429C-8C6F-58805FDBC90B}" srcId="{9245D56F-DF2F-4ED1-AE7F-7ED0FBE4CA71}" destId="{A7062BFF-185E-4CF6-9694-3CFAA4DE4FC2}" srcOrd="0" destOrd="0" parTransId="{93A71F5B-4DC9-4F9C-A264-68B9DAA34BC0}" sibTransId="{0AAACFF4-032B-48A0-8351-A200C8D3475E}"/>
    <dgm:cxn modelId="{89E44FDF-5567-4EFB-A45B-6E909EBC824B}" type="presParOf" srcId="{82F9B57D-D607-41A5-A6B1-F5DE03C5642B}" destId="{E0BFD94F-861C-4E5E-94D5-196832379422}"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BE7C2D00-1FA9-4420-A7AC-1780240E50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34549B02-1E25-4516-8F43-50BBD19A666B}">
      <dgm:prSet/>
      <dgm:spPr/>
      <dgm:t>
        <a:bodyPr/>
        <a:lstStyle/>
        <a:p>
          <a:pPr rtl="0"/>
          <a:r>
            <a:rPr lang="ru-RU" dirty="0" smtClean="0"/>
            <a:t>Состояние - Проблема</a:t>
          </a:r>
          <a:endParaRPr lang="ru-RU" dirty="0"/>
        </a:p>
      </dgm:t>
    </dgm:pt>
    <dgm:pt modelId="{3C075A22-1011-4278-80C6-9033D87F1DE2}" type="parTrans" cxnId="{41DD4251-A83E-43D6-B9FA-103D118B7F79}">
      <dgm:prSet/>
      <dgm:spPr/>
      <dgm:t>
        <a:bodyPr/>
        <a:lstStyle/>
        <a:p>
          <a:endParaRPr lang="ru-RU"/>
        </a:p>
      </dgm:t>
    </dgm:pt>
    <dgm:pt modelId="{89F71E67-C5B9-47E1-84A4-C6C870DA4F07}" type="sibTrans" cxnId="{41DD4251-A83E-43D6-B9FA-103D118B7F79}">
      <dgm:prSet/>
      <dgm:spPr/>
      <dgm:t>
        <a:bodyPr/>
        <a:lstStyle/>
        <a:p>
          <a:endParaRPr lang="ru-RU"/>
        </a:p>
      </dgm:t>
    </dgm:pt>
    <dgm:pt modelId="{B4151D7E-5F2C-4CAA-9FC6-E1ECD8B3905B}" type="pres">
      <dgm:prSet presAssocID="{BE7C2D00-1FA9-4420-A7AC-1780240E5045}" presName="linear" presStyleCnt="0">
        <dgm:presLayoutVars>
          <dgm:animLvl val="lvl"/>
          <dgm:resizeHandles val="exact"/>
        </dgm:presLayoutVars>
      </dgm:prSet>
      <dgm:spPr/>
      <dgm:t>
        <a:bodyPr/>
        <a:lstStyle/>
        <a:p>
          <a:endParaRPr lang="ru-RU"/>
        </a:p>
      </dgm:t>
    </dgm:pt>
    <dgm:pt modelId="{A5315C02-82DE-4148-BB55-B3DE9CD165B9}" type="pres">
      <dgm:prSet presAssocID="{34549B02-1E25-4516-8F43-50BBD19A666B}" presName="parentText" presStyleLbl="node1" presStyleIdx="0" presStyleCnt="1">
        <dgm:presLayoutVars>
          <dgm:chMax val="0"/>
          <dgm:bulletEnabled val="1"/>
        </dgm:presLayoutVars>
      </dgm:prSet>
      <dgm:spPr/>
      <dgm:t>
        <a:bodyPr/>
        <a:lstStyle/>
        <a:p>
          <a:endParaRPr lang="ru-RU"/>
        </a:p>
      </dgm:t>
    </dgm:pt>
  </dgm:ptLst>
  <dgm:cxnLst>
    <dgm:cxn modelId="{15A9BD4D-A0AB-4E57-B8E1-9D6F0D673F41}" type="presOf" srcId="{BE7C2D00-1FA9-4420-A7AC-1780240E5045}" destId="{B4151D7E-5F2C-4CAA-9FC6-E1ECD8B3905B}" srcOrd="0" destOrd="0" presId="urn:microsoft.com/office/officeart/2005/8/layout/vList2"/>
    <dgm:cxn modelId="{41DD4251-A83E-43D6-B9FA-103D118B7F79}" srcId="{BE7C2D00-1FA9-4420-A7AC-1780240E5045}" destId="{34549B02-1E25-4516-8F43-50BBD19A666B}" srcOrd="0" destOrd="0" parTransId="{3C075A22-1011-4278-80C6-9033D87F1DE2}" sibTransId="{89F71E67-C5B9-47E1-84A4-C6C870DA4F07}"/>
    <dgm:cxn modelId="{6C8D00E8-65DC-4807-9F21-FE7812AA65C4}" type="presOf" srcId="{34549B02-1E25-4516-8F43-50BBD19A666B}" destId="{A5315C02-82DE-4148-BB55-B3DE9CD165B9}" srcOrd="0" destOrd="0" presId="urn:microsoft.com/office/officeart/2005/8/layout/vList2"/>
    <dgm:cxn modelId="{D159F97D-D6F7-469D-AD62-414DFD3F494F}" type="presParOf" srcId="{B4151D7E-5F2C-4CAA-9FC6-E1ECD8B3905B}" destId="{A5315C02-82DE-4148-BB55-B3DE9CD165B9}"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BE7C2D00-1FA9-4420-A7AC-1780240E50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34549B02-1E25-4516-8F43-50BBD19A666B}">
      <dgm:prSet/>
      <dgm:spPr/>
      <dgm:t>
        <a:bodyPr/>
        <a:lstStyle/>
        <a:p>
          <a:pPr rtl="0"/>
          <a:r>
            <a:rPr lang="ru-RU" dirty="0" smtClean="0"/>
            <a:t>Состояние - Решение</a:t>
          </a:r>
          <a:endParaRPr lang="ru-RU" dirty="0"/>
        </a:p>
      </dgm:t>
    </dgm:pt>
    <dgm:pt modelId="{3C075A22-1011-4278-80C6-9033D87F1DE2}" type="parTrans" cxnId="{41DD4251-A83E-43D6-B9FA-103D118B7F79}">
      <dgm:prSet/>
      <dgm:spPr/>
      <dgm:t>
        <a:bodyPr/>
        <a:lstStyle/>
        <a:p>
          <a:endParaRPr lang="ru-RU"/>
        </a:p>
      </dgm:t>
    </dgm:pt>
    <dgm:pt modelId="{89F71E67-C5B9-47E1-84A4-C6C870DA4F07}" type="sibTrans" cxnId="{41DD4251-A83E-43D6-B9FA-103D118B7F79}">
      <dgm:prSet/>
      <dgm:spPr/>
      <dgm:t>
        <a:bodyPr/>
        <a:lstStyle/>
        <a:p>
          <a:endParaRPr lang="ru-RU"/>
        </a:p>
      </dgm:t>
    </dgm:pt>
    <dgm:pt modelId="{B4151D7E-5F2C-4CAA-9FC6-E1ECD8B3905B}" type="pres">
      <dgm:prSet presAssocID="{BE7C2D00-1FA9-4420-A7AC-1780240E5045}" presName="linear" presStyleCnt="0">
        <dgm:presLayoutVars>
          <dgm:animLvl val="lvl"/>
          <dgm:resizeHandles val="exact"/>
        </dgm:presLayoutVars>
      </dgm:prSet>
      <dgm:spPr/>
      <dgm:t>
        <a:bodyPr/>
        <a:lstStyle/>
        <a:p>
          <a:endParaRPr lang="ru-RU"/>
        </a:p>
      </dgm:t>
    </dgm:pt>
    <dgm:pt modelId="{A5315C02-82DE-4148-BB55-B3DE9CD165B9}" type="pres">
      <dgm:prSet presAssocID="{34549B02-1E25-4516-8F43-50BBD19A666B}" presName="parentText" presStyleLbl="node1" presStyleIdx="0" presStyleCnt="1">
        <dgm:presLayoutVars>
          <dgm:chMax val="0"/>
          <dgm:bulletEnabled val="1"/>
        </dgm:presLayoutVars>
      </dgm:prSet>
      <dgm:spPr/>
      <dgm:t>
        <a:bodyPr/>
        <a:lstStyle/>
        <a:p>
          <a:endParaRPr lang="ru-RU"/>
        </a:p>
      </dgm:t>
    </dgm:pt>
  </dgm:ptLst>
  <dgm:cxnLst>
    <dgm:cxn modelId="{3D9876DC-AC58-4B9C-B758-F998CC633982}" type="presOf" srcId="{34549B02-1E25-4516-8F43-50BBD19A666B}" destId="{A5315C02-82DE-4148-BB55-B3DE9CD165B9}" srcOrd="0" destOrd="0" presId="urn:microsoft.com/office/officeart/2005/8/layout/vList2"/>
    <dgm:cxn modelId="{41DD4251-A83E-43D6-B9FA-103D118B7F79}" srcId="{BE7C2D00-1FA9-4420-A7AC-1780240E5045}" destId="{34549B02-1E25-4516-8F43-50BBD19A666B}" srcOrd="0" destOrd="0" parTransId="{3C075A22-1011-4278-80C6-9033D87F1DE2}" sibTransId="{89F71E67-C5B9-47E1-84A4-C6C870DA4F07}"/>
    <dgm:cxn modelId="{9AADD043-2B9A-4452-B9B1-365B4AD12316}" type="presOf" srcId="{BE7C2D00-1FA9-4420-A7AC-1780240E5045}" destId="{B4151D7E-5F2C-4CAA-9FC6-E1ECD8B3905B}" srcOrd="0" destOrd="0" presId="urn:microsoft.com/office/officeart/2005/8/layout/vList2"/>
    <dgm:cxn modelId="{6E1FED50-BA3F-434F-9913-7020FF70246F}" type="presParOf" srcId="{B4151D7E-5F2C-4CAA-9FC6-E1ECD8B3905B}" destId="{A5315C02-82DE-4148-BB55-B3DE9CD165B9}"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9245D56F-DF2F-4ED1-AE7F-7ED0FBE4CA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A7062BFF-185E-4CF6-9694-3CFAA4DE4FC2}">
      <dgm:prSet/>
      <dgm:spPr/>
      <dgm:t>
        <a:bodyPr/>
        <a:lstStyle/>
        <a:p>
          <a:pPr rtl="0"/>
          <a:r>
            <a:rPr lang="ru-RU" dirty="0" smtClean="0"/>
            <a:t>Состояние - Структура</a:t>
          </a:r>
          <a:endParaRPr lang="ru-RU" dirty="0"/>
        </a:p>
      </dgm:t>
    </dgm:pt>
    <dgm:pt modelId="{93A71F5B-4DC9-4F9C-A264-68B9DAA34BC0}" type="parTrans" cxnId="{8EFEE715-D843-429C-8C6F-58805FDBC90B}">
      <dgm:prSet/>
      <dgm:spPr/>
      <dgm:t>
        <a:bodyPr/>
        <a:lstStyle/>
        <a:p>
          <a:endParaRPr lang="ru-RU"/>
        </a:p>
      </dgm:t>
    </dgm:pt>
    <dgm:pt modelId="{0AAACFF4-032B-48A0-8351-A200C8D3475E}" type="sibTrans" cxnId="{8EFEE715-D843-429C-8C6F-58805FDBC90B}">
      <dgm:prSet/>
      <dgm:spPr/>
      <dgm:t>
        <a:bodyPr/>
        <a:lstStyle/>
        <a:p>
          <a:endParaRPr lang="ru-RU"/>
        </a:p>
      </dgm:t>
    </dgm:pt>
    <dgm:pt modelId="{82F9B57D-D607-41A5-A6B1-F5DE03C5642B}" type="pres">
      <dgm:prSet presAssocID="{9245D56F-DF2F-4ED1-AE7F-7ED0FBE4CA71}" presName="linear" presStyleCnt="0">
        <dgm:presLayoutVars>
          <dgm:animLvl val="lvl"/>
          <dgm:resizeHandles val="exact"/>
        </dgm:presLayoutVars>
      </dgm:prSet>
      <dgm:spPr/>
      <dgm:t>
        <a:bodyPr/>
        <a:lstStyle/>
        <a:p>
          <a:endParaRPr lang="ru-RU"/>
        </a:p>
      </dgm:t>
    </dgm:pt>
    <dgm:pt modelId="{E0BFD94F-861C-4E5E-94D5-196832379422}" type="pres">
      <dgm:prSet presAssocID="{A7062BFF-185E-4CF6-9694-3CFAA4DE4FC2}" presName="parentText" presStyleLbl="node1" presStyleIdx="0" presStyleCnt="1" custLinFactNeighborX="126" custLinFactNeighborY="4450">
        <dgm:presLayoutVars>
          <dgm:chMax val="0"/>
          <dgm:bulletEnabled val="1"/>
        </dgm:presLayoutVars>
      </dgm:prSet>
      <dgm:spPr/>
      <dgm:t>
        <a:bodyPr/>
        <a:lstStyle/>
        <a:p>
          <a:endParaRPr lang="ru-RU"/>
        </a:p>
      </dgm:t>
    </dgm:pt>
  </dgm:ptLst>
  <dgm:cxnLst>
    <dgm:cxn modelId="{5090E27A-1243-4A73-ADAA-C0BB6B8AFD07}" type="presOf" srcId="{9245D56F-DF2F-4ED1-AE7F-7ED0FBE4CA71}" destId="{82F9B57D-D607-41A5-A6B1-F5DE03C5642B}" srcOrd="0" destOrd="0" presId="urn:microsoft.com/office/officeart/2005/8/layout/vList2"/>
    <dgm:cxn modelId="{04E25D54-B178-47AA-A1F9-4FF0DED434AF}" type="presOf" srcId="{A7062BFF-185E-4CF6-9694-3CFAA4DE4FC2}" destId="{E0BFD94F-861C-4E5E-94D5-196832379422}" srcOrd="0" destOrd="0" presId="urn:microsoft.com/office/officeart/2005/8/layout/vList2"/>
    <dgm:cxn modelId="{8EFEE715-D843-429C-8C6F-58805FDBC90B}" srcId="{9245D56F-DF2F-4ED1-AE7F-7ED0FBE4CA71}" destId="{A7062BFF-185E-4CF6-9694-3CFAA4DE4FC2}" srcOrd="0" destOrd="0" parTransId="{93A71F5B-4DC9-4F9C-A264-68B9DAA34BC0}" sibTransId="{0AAACFF4-032B-48A0-8351-A200C8D3475E}"/>
    <dgm:cxn modelId="{2D9E6F6B-FDD9-4F77-AF14-80372ED122A5}" type="presParOf" srcId="{82F9B57D-D607-41A5-A6B1-F5DE03C5642B}" destId="{E0BFD94F-861C-4E5E-94D5-196832379422}"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9245D56F-DF2F-4ED1-AE7F-7ED0FBE4CA7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A7062BFF-185E-4CF6-9694-3CFAA4DE4FC2}">
      <dgm:prSet/>
      <dgm:spPr/>
      <dgm:t>
        <a:bodyPr/>
        <a:lstStyle/>
        <a:p>
          <a:pPr rtl="0"/>
          <a:r>
            <a:rPr lang="ru-RU" dirty="0" smtClean="0"/>
            <a:t>Состояние - Структура</a:t>
          </a:r>
          <a:endParaRPr lang="ru-RU" dirty="0"/>
        </a:p>
      </dgm:t>
    </dgm:pt>
    <dgm:pt modelId="{93A71F5B-4DC9-4F9C-A264-68B9DAA34BC0}" type="parTrans" cxnId="{8EFEE715-D843-429C-8C6F-58805FDBC90B}">
      <dgm:prSet/>
      <dgm:spPr/>
      <dgm:t>
        <a:bodyPr/>
        <a:lstStyle/>
        <a:p>
          <a:endParaRPr lang="ru-RU"/>
        </a:p>
      </dgm:t>
    </dgm:pt>
    <dgm:pt modelId="{0AAACFF4-032B-48A0-8351-A200C8D3475E}" type="sibTrans" cxnId="{8EFEE715-D843-429C-8C6F-58805FDBC90B}">
      <dgm:prSet/>
      <dgm:spPr/>
      <dgm:t>
        <a:bodyPr/>
        <a:lstStyle/>
        <a:p>
          <a:endParaRPr lang="ru-RU"/>
        </a:p>
      </dgm:t>
    </dgm:pt>
    <dgm:pt modelId="{82F9B57D-D607-41A5-A6B1-F5DE03C5642B}" type="pres">
      <dgm:prSet presAssocID="{9245D56F-DF2F-4ED1-AE7F-7ED0FBE4CA71}" presName="linear" presStyleCnt="0">
        <dgm:presLayoutVars>
          <dgm:animLvl val="lvl"/>
          <dgm:resizeHandles val="exact"/>
        </dgm:presLayoutVars>
      </dgm:prSet>
      <dgm:spPr/>
      <dgm:t>
        <a:bodyPr/>
        <a:lstStyle/>
        <a:p>
          <a:endParaRPr lang="ru-RU"/>
        </a:p>
      </dgm:t>
    </dgm:pt>
    <dgm:pt modelId="{E0BFD94F-861C-4E5E-94D5-196832379422}" type="pres">
      <dgm:prSet presAssocID="{A7062BFF-185E-4CF6-9694-3CFAA4DE4FC2}" presName="parentText" presStyleLbl="node1" presStyleIdx="0" presStyleCnt="1" custLinFactNeighborX="126" custLinFactNeighborY="4450">
        <dgm:presLayoutVars>
          <dgm:chMax val="0"/>
          <dgm:bulletEnabled val="1"/>
        </dgm:presLayoutVars>
      </dgm:prSet>
      <dgm:spPr/>
      <dgm:t>
        <a:bodyPr/>
        <a:lstStyle/>
        <a:p>
          <a:endParaRPr lang="ru-RU"/>
        </a:p>
      </dgm:t>
    </dgm:pt>
  </dgm:ptLst>
  <dgm:cxnLst>
    <dgm:cxn modelId="{5090E27A-1243-4A73-ADAA-C0BB6B8AFD07}" type="presOf" srcId="{9245D56F-DF2F-4ED1-AE7F-7ED0FBE4CA71}" destId="{82F9B57D-D607-41A5-A6B1-F5DE03C5642B}" srcOrd="0" destOrd="0" presId="urn:microsoft.com/office/officeart/2005/8/layout/vList2"/>
    <dgm:cxn modelId="{04E25D54-B178-47AA-A1F9-4FF0DED434AF}" type="presOf" srcId="{A7062BFF-185E-4CF6-9694-3CFAA4DE4FC2}" destId="{E0BFD94F-861C-4E5E-94D5-196832379422}" srcOrd="0" destOrd="0" presId="urn:microsoft.com/office/officeart/2005/8/layout/vList2"/>
    <dgm:cxn modelId="{8EFEE715-D843-429C-8C6F-58805FDBC90B}" srcId="{9245D56F-DF2F-4ED1-AE7F-7ED0FBE4CA71}" destId="{A7062BFF-185E-4CF6-9694-3CFAA4DE4FC2}" srcOrd="0" destOrd="0" parTransId="{93A71F5B-4DC9-4F9C-A264-68B9DAA34BC0}" sibTransId="{0AAACFF4-032B-48A0-8351-A200C8D3475E}"/>
    <dgm:cxn modelId="{2D9E6F6B-FDD9-4F77-AF14-80372ED122A5}" type="presParOf" srcId="{82F9B57D-D607-41A5-A6B1-F5DE03C5642B}" destId="{E0BFD94F-861C-4E5E-94D5-196832379422}"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BE7C2D00-1FA9-4420-A7AC-1780240E5045}"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ru-RU"/>
        </a:p>
      </dgm:t>
    </dgm:pt>
    <dgm:pt modelId="{34549B02-1E25-4516-8F43-50BBD19A666B}">
      <dgm:prSet/>
      <dgm:spPr/>
      <dgm:t>
        <a:bodyPr/>
        <a:lstStyle/>
        <a:p>
          <a:pPr rtl="0"/>
          <a:r>
            <a:rPr lang="ru-RU" dirty="0" smtClean="0"/>
            <a:t>Состояние - Преимущества</a:t>
          </a:r>
          <a:endParaRPr lang="ru-RU" dirty="0"/>
        </a:p>
      </dgm:t>
    </dgm:pt>
    <dgm:pt modelId="{3C075A22-1011-4278-80C6-9033D87F1DE2}" type="parTrans" cxnId="{41DD4251-A83E-43D6-B9FA-103D118B7F79}">
      <dgm:prSet/>
      <dgm:spPr/>
      <dgm:t>
        <a:bodyPr/>
        <a:lstStyle/>
        <a:p>
          <a:endParaRPr lang="ru-RU"/>
        </a:p>
      </dgm:t>
    </dgm:pt>
    <dgm:pt modelId="{89F71E67-C5B9-47E1-84A4-C6C870DA4F07}" type="sibTrans" cxnId="{41DD4251-A83E-43D6-B9FA-103D118B7F79}">
      <dgm:prSet/>
      <dgm:spPr/>
      <dgm:t>
        <a:bodyPr/>
        <a:lstStyle/>
        <a:p>
          <a:endParaRPr lang="ru-RU"/>
        </a:p>
      </dgm:t>
    </dgm:pt>
    <dgm:pt modelId="{B4151D7E-5F2C-4CAA-9FC6-E1ECD8B3905B}" type="pres">
      <dgm:prSet presAssocID="{BE7C2D00-1FA9-4420-A7AC-1780240E5045}" presName="linear" presStyleCnt="0">
        <dgm:presLayoutVars>
          <dgm:animLvl val="lvl"/>
          <dgm:resizeHandles val="exact"/>
        </dgm:presLayoutVars>
      </dgm:prSet>
      <dgm:spPr/>
      <dgm:t>
        <a:bodyPr/>
        <a:lstStyle/>
        <a:p>
          <a:endParaRPr lang="ru-RU"/>
        </a:p>
      </dgm:t>
    </dgm:pt>
    <dgm:pt modelId="{A5315C02-82DE-4148-BB55-B3DE9CD165B9}" type="pres">
      <dgm:prSet presAssocID="{34549B02-1E25-4516-8F43-50BBD19A666B}" presName="parentText" presStyleLbl="node1" presStyleIdx="0" presStyleCnt="1">
        <dgm:presLayoutVars>
          <dgm:chMax val="0"/>
          <dgm:bulletEnabled val="1"/>
        </dgm:presLayoutVars>
      </dgm:prSet>
      <dgm:spPr/>
      <dgm:t>
        <a:bodyPr/>
        <a:lstStyle/>
        <a:p>
          <a:endParaRPr lang="ru-RU"/>
        </a:p>
      </dgm:t>
    </dgm:pt>
  </dgm:ptLst>
  <dgm:cxnLst>
    <dgm:cxn modelId="{4EE86B9E-D9EF-45EC-AFDE-F5E9ABA4787A}" type="presOf" srcId="{BE7C2D00-1FA9-4420-A7AC-1780240E5045}" destId="{B4151D7E-5F2C-4CAA-9FC6-E1ECD8B3905B}" srcOrd="0" destOrd="0" presId="urn:microsoft.com/office/officeart/2005/8/layout/vList2"/>
    <dgm:cxn modelId="{7C61108B-314A-4988-BD3D-FE72826BC61C}" type="presOf" srcId="{34549B02-1E25-4516-8F43-50BBD19A666B}" destId="{A5315C02-82DE-4148-BB55-B3DE9CD165B9}" srcOrd="0" destOrd="0" presId="urn:microsoft.com/office/officeart/2005/8/layout/vList2"/>
    <dgm:cxn modelId="{41DD4251-A83E-43D6-B9FA-103D118B7F79}" srcId="{BE7C2D00-1FA9-4420-A7AC-1780240E5045}" destId="{34549B02-1E25-4516-8F43-50BBD19A666B}" srcOrd="0" destOrd="0" parTransId="{3C075A22-1011-4278-80C6-9033D87F1DE2}" sibTransId="{89F71E67-C5B9-47E1-84A4-C6C870DA4F07}"/>
    <dgm:cxn modelId="{F86758C7-15A7-4EB0-9175-30495BE8E581}" type="presParOf" srcId="{B4151D7E-5F2C-4CAA-9FC6-E1ECD8B3905B}" destId="{A5315C02-82DE-4148-BB55-B3DE9CD165B9}" srcOrd="0" destOrd="0" presId="urn:microsoft.com/office/officeart/2005/8/layout/vList2"/>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15C02-82DE-4148-BB55-B3DE9CD165B9}">
      <dsp:nvSpPr>
        <dsp:cNvPr id="0" name=""/>
        <dsp:cNvSpPr/>
      </dsp:nvSpPr>
      <dsp:spPr>
        <a:xfrm>
          <a:off x="0" y="4396"/>
          <a:ext cx="6804362" cy="936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ru-RU" sz="4000" kern="1200" dirty="0" smtClean="0"/>
            <a:t>Команда- Проблема</a:t>
          </a:r>
          <a:endParaRPr lang="ru-RU" sz="4000" kern="1200" dirty="0"/>
        </a:p>
      </dsp:txBody>
      <dsp:txXfrm>
        <a:off x="45692" y="50088"/>
        <a:ext cx="6712978" cy="84461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15C02-82DE-4148-BB55-B3DE9CD165B9}">
      <dsp:nvSpPr>
        <dsp:cNvPr id="0" name=""/>
        <dsp:cNvSpPr/>
      </dsp:nvSpPr>
      <dsp:spPr>
        <a:xfrm>
          <a:off x="0" y="4396"/>
          <a:ext cx="6804362" cy="936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ru-RU" sz="4000" kern="1200" dirty="0" smtClean="0"/>
            <a:t>Команда- Решение</a:t>
          </a:r>
          <a:endParaRPr lang="ru-RU" sz="4000" kern="1200" dirty="0"/>
        </a:p>
      </dsp:txBody>
      <dsp:txXfrm>
        <a:off x="45692" y="50088"/>
        <a:ext cx="6712978" cy="84461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D94F-861C-4E5E-94D5-196832379422}">
      <dsp:nvSpPr>
        <dsp:cNvPr id="0" name=""/>
        <dsp:cNvSpPr/>
      </dsp:nvSpPr>
      <dsp:spPr>
        <a:xfrm>
          <a:off x="0" y="8793"/>
          <a:ext cx="6804362" cy="936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ru-RU" sz="4000" kern="1200" dirty="0" smtClean="0"/>
            <a:t>Команда - Структура</a:t>
          </a:r>
          <a:endParaRPr lang="ru-RU" sz="4000" kern="1200" dirty="0"/>
        </a:p>
      </dsp:txBody>
      <dsp:txXfrm>
        <a:off x="45692" y="54485"/>
        <a:ext cx="6712978" cy="844616"/>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15C02-82DE-4148-BB55-B3DE9CD165B9}">
      <dsp:nvSpPr>
        <dsp:cNvPr id="0" name=""/>
        <dsp:cNvSpPr/>
      </dsp:nvSpPr>
      <dsp:spPr>
        <a:xfrm>
          <a:off x="0" y="4396"/>
          <a:ext cx="6804362" cy="936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ru-RU" sz="4000" kern="1200" dirty="0" smtClean="0"/>
            <a:t>Команда- Преимущество</a:t>
          </a:r>
          <a:endParaRPr lang="ru-RU" sz="4000" kern="1200" dirty="0"/>
        </a:p>
      </dsp:txBody>
      <dsp:txXfrm>
        <a:off x="45692" y="50088"/>
        <a:ext cx="6712978" cy="84461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D94F-861C-4E5E-94D5-196832379422}">
      <dsp:nvSpPr>
        <dsp:cNvPr id="0" name=""/>
        <dsp:cNvSpPr/>
      </dsp:nvSpPr>
      <dsp:spPr>
        <a:xfrm>
          <a:off x="0" y="9091"/>
          <a:ext cx="6804660" cy="936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ru-RU" sz="4000" kern="1200" dirty="0" smtClean="0"/>
            <a:t>Компоновщик - Проблема</a:t>
          </a:r>
          <a:endParaRPr lang="ru-RU" sz="4000" kern="1200" dirty="0"/>
        </a:p>
      </dsp:txBody>
      <dsp:txXfrm>
        <a:off x="45692" y="54783"/>
        <a:ext cx="6713276" cy="844616"/>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D94F-861C-4E5E-94D5-196832379422}">
      <dsp:nvSpPr>
        <dsp:cNvPr id="0" name=""/>
        <dsp:cNvSpPr/>
      </dsp:nvSpPr>
      <dsp:spPr>
        <a:xfrm>
          <a:off x="0" y="9091"/>
          <a:ext cx="6804660" cy="936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ru-RU" sz="4000" kern="1200" dirty="0" smtClean="0"/>
            <a:t>Компоновщик - Решение</a:t>
          </a:r>
          <a:endParaRPr lang="ru-RU" sz="4000" kern="1200" dirty="0"/>
        </a:p>
      </dsp:txBody>
      <dsp:txXfrm>
        <a:off x="45692" y="54783"/>
        <a:ext cx="6713276" cy="844616"/>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D94F-861C-4E5E-94D5-196832379422}">
      <dsp:nvSpPr>
        <dsp:cNvPr id="0" name=""/>
        <dsp:cNvSpPr/>
      </dsp:nvSpPr>
      <dsp:spPr>
        <a:xfrm>
          <a:off x="0" y="9091"/>
          <a:ext cx="6804660" cy="936000"/>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52400" tIns="152400" rIns="152400" bIns="152400" numCol="1" spcCol="1270" anchor="ctr" anchorCtr="0">
          <a:noAutofit/>
        </a:bodyPr>
        <a:lstStyle/>
        <a:p>
          <a:pPr lvl="0" algn="l" defTabSz="1778000" rtl="0">
            <a:lnSpc>
              <a:spcPct val="90000"/>
            </a:lnSpc>
            <a:spcBef>
              <a:spcPct val="0"/>
            </a:spcBef>
            <a:spcAft>
              <a:spcPct val="35000"/>
            </a:spcAft>
          </a:pPr>
          <a:r>
            <a:rPr lang="ru-RU" sz="4000" kern="1200" dirty="0" smtClean="0"/>
            <a:t>Компоновщик - Структура</a:t>
          </a:r>
          <a:endParaRPr lang="ru-RU" sz="4000" kern="1200" dirty="0"/>
        </a:p>
      </dsp:txBody>
      <dsp:txXfrm>
        <a:off x="45692" y="54783"/>
        <a:ext cx="6713276" cy="84461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D94F-861C-4E5E-94D5-196832379422}">
      <dsp:nvSpPr>
        <dsp:cNvPr id="0" name=""/>
        <dsp:cNvSpPr/>
      </dsp:nvSpPr>
      <dsp:spPr>
        <a:xfrm>
          <a:off x="0" y="99491"/>
          <a:ext cx="6804660" cy="818999"/>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miter/>
        </a:ln>
        <a:effectLst/>
      </dsp:spPr>
      <dsp:style>
        <a:lnRef idx="2">
          <a:scrgbClr r="0" g="0" b="0"/>
        </a:lnRef>
        <a:fillRef idx="1">
          <a:scrgbClr r="0" g="0" b="0"/>
        </a:fillRef>
        <a:effectRef idx="0">
          <a:scrgbClr r="0" g="0" b="0"/>
        </a:effectRef>
        <a:fontRef idx="minor">
          <a:schemeClr val="lt1"/>
        </a:fontRef>
      </dsp:style>
      <dsp:txBody>
        <a:bodyPr spcFirstLastPara="0" vert="horz" wrap="square" lIns="133350" tIns="133350" rIns="133350" bIns="133350" numCol="1" spcCol="1270" anchor="ctr" anchorCtr="0">
          <a:noAutofit/>
        </a:bodyPr>
        <a:lstStyle/>
        <a:p>
          <a:pPr lvl="0" algn="l" defTabSz="1555750" rtl="0">
            <a:lnSpc>
              <a:spcPct val="90000"/>
            </a:lnSpc>
            <a:spcBef>
              <a:spcPct val="0"/>
            </a:spcBef>
            <a:spcAft>
              <a:spcPct val="35000"/>
            </a:spcAft>
          </a:pPr>
          <a:r>
            <a:rPr lang="ru-RU" sz="3500" kern="1200" dirty="0" smtClean="0"/>
            <a:t>Компоновщик - Использование</a:t>
          </a:r>
          <a:endParaRPr lang="ru-RU" sz="3500" kern="1200" dirty="0"/>
        </a:p>
      </dsp:txBody>
      <dsp:txXfrm>
        <a:off x="39980" y="139471"/>
        <a:ext cx="6724700" cy="73903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D94F-861C-4E5E-94D5-196832379422}">
      <dsp:nvSpPr>
        <dsp:cNvPr id="0" name=""/>
        <dsp:cNvSpPr/>
      </dsp:nvSpPr>
      <dsp:spPr>
        <a:xfrm>
          <a:off x="0" y="15705"/>
          <a:ext cx="8229600" cy="11272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l" defTabSz="2089150" rtl="0">
            <a:lnSpc>
              <a:spcPct val="90000"/>
            </a:lnSpc>
            <a:spcBef>
              <a:spcPct val="0"/>
            </a:spcBef>
            <a:spcAft>
              <a:spcPct val="35000"/>
            </a:spcAft>
          </a:pPr>
          <a:r>
            <a:rPr lang="ru-RU" sz="4700" kern="1200" dirty="0" smtClean="0"/>
            <a:t>Фасад - Проблема</a:t>
          </a:r>
          <a:endParaRPr lang="ru-RU" sz="4700" kern="1200" dirty="0"/>
        </a:p>
      </dsp:txBody>
      <dsp:txXfrm>
        <a:off x="55030" y="70735"/>
        <a:ext cx="8119540" cy="1017235"/>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D94F-861C-4E5E-94D5-196832379422}">
      <dsp:nvSpPr>
        <dsp:cNvPr id="0" name=""/>
        <dsp:cNvSpPr/>
      </dsp:nvSpPr>
      <dsp:spPr>
        <a:xfrm>
          <a:off x="0" y="15705"/>
          <a:ext cx="8229600" cy="11272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l" defTabSz="2089150" rtl="0">
            <a:lnSpc>
              <a:spcPct val="90000"/>
            </a:lnSpc>
            <a:spcBef>
              <a:spcPct val="0"/>
            </a:spcBef>
            <a:spcAft>
              <a:spcPct val="35000"/>
            </a:spcAft>
          </a:pPr>
          <a:r>
            <a:rPr lang="ru-RU" sz="4700" kern="1200" dirty="0" smtClean="0"/>
            <a:t>Фасад - Решение</a:t>
          </a:r>
          <a:endParaRPr lang="ru-RU" sz="4700" kern="1200" dirty="0"/>
        </a:p>
      </dsp:txBody>
      <dsp:txXfrm>
        <a:off x="55030" y="70735"/>
        <a:ext cx="8119540" cy="1017235"/>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D94F-861C-4E5E-94D5-196832379422}">
      <dsp:nvSpPr>
        <dsp:cNvPr id="0" name=""/>
        <dsp:cNvSpPr/>
      </dsp:nvSpPr>
      <dsp:spPr>
        <a:xfrm>
          <a:off x="0" y="15705"/>
          <a:ext cx="8229600" cy="11272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l" defTabSz="2089150" rtl="0">
            <a:lnSpc>
              <a:spcPct val="90000"/>
            </a:lnSpc>
            <a:spcBef>
              <a:spcPct val="0"/>
            </a:spcBef>
            <a:spcAft>
              <a:spcPct val="35000"/>
            </a:spcAft>
          </a:pPr>
          <a:r>
            <a:rPr lang="ru-RU" sz="4700" kern="1200" dirty="0" smtClean="0"/>
            <a:t>Фасад - Структура</a:t>
          </a:r>
          <a:endParaRPr lang="ru-RU" sz="4700" kern="1200" dirty="0"/>
        </a:p>
      </dsp:txBody>
      <dsp:txXfrm>
        <a:off x="55030" y="70735"/>
        <a:ext cx="8119540" cy="1017235"/>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15C02-82DE-4148-BB55-B3DE9CD165B9}">
      <dsp:nvSpPr>
        <dsp:cNvPr id="0" name=""/>
        <dsp:cNvSpPr/>
      </dsp:nvSpPr>
      <dsp:spPr>
        <a:xfrm>
          <a:off x="0" y="7852"/>
          <a:ext cx="8229600" cy="11272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l" defTabSz="2089150" rtl="0">
            <a:lnSpc>
              <a:spcPct val="90000"/>
            </a:lnSpc>
            <a:spcBef>
              <a:spcPct val="0"/>
            </a:spcBef>
            <a:spcAft>
              <a:spcPct val="35000"/>
            </a:spcAft>
          </a:pPr>
          <a:r>
            <a:rPr lang="ru-RU" sz="4700" kern="1200" dirty="0" smtClean="0"/>
            <a:t>Состояние - Проблема</a:t>
          </a:r>
          <a:endParaRPr lang="ru-RU" sz="4700" kern="1200" dirty="0"/>
        </a:p>
      </dsp:txBody>
      <dsp:txXfrm>
        <a:off x="55030" y="62882"/>
        <a:ext cx="8119540" cy="1017235"/>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15C02-82DE-4148-BB55-B3DE9CD165B9}">
      <dsp:nvSpPr>
        <dsp:cNvPr id="0" name=""/>
        <dsp:cNvSpPr/>
      </dsp:nvSpPr>
      <dsp:spPr>
        <a:xfrm>
          <a:off x="0" y="7852"/>
          <a:ext cx="8229600" cy="11272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l" defTabSz="2089150" rtl="0">
            <a:lnSpc>
              <a:spcPct val="90000"/>
            </a:lnSpc>
            <a:spcBef>
              <a:spcPct val="0"/>
            </a:spcBef>
            <a:spcAft>
              <a:spcPct val="35000"/>
            </a:spcAft>
          </a:pPr>
          <a:r>
            <a:rPr lang="ru-RU" sz="4700" kern="1200" dirty="0" smtClean="0"/>
            <a:t>Состояние - Решение</a:t>
          </a:r>
          <a:endParaRPr lang="ru-RU" sz="4700" kern="1200" dirty="0"/>
        </a:p>
      </dsp:txBody>
      <dsp:txXfrm>
        <a:off x="55030" y="62882"/>
        <a:ext cx="8119540" cy="101723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D94F-861C-4E5E-94D5-196832379422}">
      <dsp:nvSpPr>
        <dsp:cNvPr id="0" name=""/>
        <dsp:cNvSpPr/>
      </dsp:nvSpPr>
      <dsp:spPr>
        <a:xfrm>
          <a:off x="0" y="15705"/>
          <a:ext cx="8229600" cy="11272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l" defTabSz="2089150" rtl="0">
            <a:lnSpc>
              <a:spcPct val="90000"/>
            </a:lnSpc>
            <a:spcBef>
              <a:spcPct val="0"/>
            </a:spcBef>
            <a:spcAft>
              <a:spcPct val="35000"/>
            </a:spcAft>
          </a:pPr>
          <a:r>
            <a:rPr lang="ru-RU" sz="4700" kern="1200" dirty="0" smtClean="0"/>
            <a:t>Состояние - Структура</a:t>
          </a:r>
          <a:endParaRPr lang="ru-RU" sz="4700" kern="1200" dirty="0"/>
        </a:p>
      </dsp:txBody>
      <dsp:txXfrm>
        <a:off x="55030" y="70735"/>
        <a:ext cx="8119540" cy="1017235"/>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0BFD94F-861C-4E5E-94D5-196832379422}">
      <dsp:nvSpPr>
        <dsp:cNvPr id="0" name=""/>
        <dsp:cNvSpPr/>
      </dsp:nvSpPr>
      <dsp:spPr>
        <a:xfrm>
          <a:off x="0" y="15705"/>
          <a:ext cx="8229600" cy="11272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l" defTabSz="2089150" rtl="0">
            <a:lnSpc>
              <a:spcPct val="90000"/>
            </a:lnSpc>
            <a:spcBef>
              <a:spcPct val="0"/>
            </a:spcBef>
            <a:spcAft>
              <a:spcPct val="35000"/>
            </a:spcAft>
          </a:pPr>
          <a:r>
            <a:rPr lang="ru-RU" sz="4700" kern="1200" dirty="0" smtClean="0"/>
            <a:t>Состояние - Структура</a:t>
          </a:r>
          <a:endParaRPr lang="ru-RU" sz="4700" kern="1200" dirty="0"/>
        </a:p>
      </dsp:txBody>
      <dsp:txXfrm>
        <a:off x="55030" y="70735"/>
        <a:ext cx="8119540" cy="1017235"/>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5315C02-82DE-4148-BB55-B3DE9CD165B9}">
      <dsp:nvSpPr>
        <dsp:cNvPr id="0" name=""/>
        <dsp:cNvSpPr/>
      </dsp:nvSpPr>
      <dsp:spPr>
        <a:xfrm>
          <a:off x="0" y="7852"/>
          <a:ext cx="8229600" cy="1127295"/>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9070" tIns="179070" rIns="179070" bIns="179070" numCol="1" spcCol="1270" anchor="ctr" anchorCtr="0">
          <a:noAutofit/>
        </a:bodyPr>
        <a:lstStyle/>
        <a:p>
          <a:pPr lvl="0" algn="l" defTabSz="2089150" rtl="0">
            <a:lnSpc>
              <a:spcPct val="90000"/>
            </a:lnSpc>
            <a:spcBef>
              <a:spcPct val="0"/>
            </a:spcBef>
            <a:spcAft>
              <a:spcPct val="35000"/>
            </a:spcAft>
          </a:pPr>
          <a:r>
            <a:rPr lang="ru-RU" sz="4700" kern="1200" dirty="0" smtClean="0"/>
            <a:t>Состояние - Преимущества</a:t>
          </a:r>
          <a:endParaRPr lang="ru-RU" sz="4700" kern="1200" dirty="0"/>
        </a:p>
      </dsp:txBody>
      <dsp:txXfrm>
        <a:off x="55030" y="62882"/>
        <a:ext cx="8119540" cy="101723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8.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Relationships xmlns="http://schemas.openxmlformats.org/package/2006/relationships"><Relationship Id="rId1" Type="http://schemas.openxmlformats.org/officeDocument/2006/relationships/theme" Target="../theme/theme8.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1107000" y="812520"/>
            <a:ext cx="5345280" cy="4008960"/>
          </a:xfrm>
          <a:prstGeom prst="rect">
            <a:avLst/>
          </a:prstGeom>
          <a:noFill/>
          <a:ln w="0">
            <a:noFill/>
          </a:ln>
        </p:spPr>
        <p:txBody>
          <a:bodyPr lIns="0" rIns="0" tIns="0" bIns="0" anchor="ctr">
            <a:noAutofit/>
          </a:bodyPr>
          <a:p>
            <a:pPr algn="ctr">
              <a:buNone/>
            </a:pPr>
            <a:r>
              <a:rPr b="0" lang="ru-RU" sz="3300" spc="-1" strike="noStrike">
                <a:latin typeface="Arial"/>
              </a:rPr>
              <a:t>Для перемещения страницы щёлкните мышью</a:t>
            </a:r>
            <a:endParaRPr b="0" lang="ru-RU" sz="3300" spc="-1" strike="noStrike">
              <a:latin typeface="Arial"/>
            </a:endParaRPr>
          </a:p>
        </p:txBody>
      </p:sp>
      <p:sp>
        <p:nvSpPr>
          <p:cNvPr id="402"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ru-RU" sz="2000" spc="-1" strike="noStrike">
                <a:latin typeface="Arial"/>
              </a:rPr>
              <a:t>Для правки формата примечаний щёлкните мышью</a:t>
            </a:r>
            <a:endParaRPr b="0" lang="ru-RU" sz="2000" spc="-1" strike="noStrike">
              <a:latin typeface="Arial"/>
            </a:endParaRPr>
          </a:p>
        </p:txBody>
      </p:sp>
      <p:sp>
        <p:nvSpPr>
          <p:cNvPr id="403"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ru-RU" sz="1400" spc="-1" strike="noStrike">
                <a:latin typeface="Arial"/>
              </a:rPr>
              <a:t>&lt;верхний колонтитул&gt;</a:t>
            </a:r>
            <a:endParaRPr b="0" lang="ru-RU" sz="1400" spc="-1" strike="noStrike">
              <a:latin typeface="Arial"/>
            </a:endParaRPr>
          </a:p>
        </p:txBody>
      </p:sp>
      <p:sp>
        <p:nvSpPr>
          <p:cNvPr id="404" name="PlaceHolder 4"/>
          <p:cNvSpPr>
            <a:spLocks noGrp="1"/>
          </p:cNvSpPr>
          <p:nvPr>
            <p:ph type="dt" idx="10"/>
          </p:nvPr>
        </p:nvSpPr>
        <p:spPr>
          <a:xfrm>
            <a:off x="4278960" y="0"/>
            <a:ext cx="3280680" cy="534240"/>
          </a:xfrm>
          <a:prstGeom prst="rect">
            <a:avLst/>
          </a:prstGeom>
          <a:noFill/>
          <a:ln w="0">
            <a:noFill/>
          </a:ln>
        </p:spPr>
        <p:txBody>
          <a:bodyPr lIns="0" rIns="0" tIns="0" bIns="0" anchor="t">
            <a:noAutofit/>
          </a:bodyPr>
          <a:lstStyle>
            <a:lvl1pPr algn="r">
              <a:buNone/>
              <a:defRPr b="0" lang="ru-RU" sz="1400" spc="-1" strike="noStrike">
                <a:latin typeface="Arial"/>
              </a:defRPr>
            </a:lvl1pPr>
          </a:lstStyle>
          <a:p>
            <a:pPr algn="r">
              <a:buNone/>
            </a:pPr>
            <a:r>
              <a:rPr b="0" lang="ru-RU" sz="1400" spc="-1" strike="noStrike">
                <a:latin typeface="Arial"/>
              </a:rPr>
              <a:t>&lt;дата/время&gt;</a:t>
            </a:r>
            <a:endParaRPr b="0" lang="ru-RU" sz="1400" spc="-1" strike="noStrike">
              <a:latin typeface="Arial"/>
            </a:endParaRPr>
          </a:p>
        </p:txBody>
      </p:sp>
      <p:sp>
        <p:nvSpPr>
          <p:cNvPr id="405" name="PlaceHolder 5"/>
          <p:cNvSpPr>
            <a:spLocks noGrp="1"/>
          </p:cNvSpPr>
          <p:nvPr>
            <p:ph type="ftr" idx="11"/>
          </p:nvPr>
        </p:nvSpPr>
        <p:spPr>
          <a:xfrm>
            <a:off x="0" y="10157400"/>
            <a:ext cx="3280680" cy="534240"/>
          </a:xfrm>
          <a:prstGeom prst="rect">
            <a:avLst/>
          </a:prstGeom>
          <a:noFill/>
          <a:ln w="0">
            <a:noFill/>
          </a:ln>
        </p:spPr>
        <p:txBody>
          <a:bodyPr lIns="0" rIns="0" tIns="0" bIns="0" anchor="b">
            <a:noAutofit/>
          </a:bodyPr>
          <a:lstStyle>
            <a:lvl1pPr>
              <a:defRPr b="0" lang="ru-RU" sz="1400" spc="-1" strike="noStrike">
                <a:latin typeface="Arial"/>
              </a:defRPr>
            </a:lvl1pPr>
          </a:lstStyle>
          <a:p>
            <a:r>
              <a:rPr b="0" lang="ru-RU" sz="1400" spc="-1" strike="noStrike">
                <a:latin typeface="Arial"/>
              </a:rPr>
              <a:t>&lt;нижний колонтитул&gt;</a:t>
            </a:r>
            <a:endParaRPr b="0" lang="ru-RU" sz="1400" spc="-1" strike="noStrike">
              <a:latin typeface="Arial"/>
            </a:endParaRPr>
          </a:p>
        </p:txBody>
      </p:sp>
      <p:sp>
        <p:nvSpPr>
          <p:cNvPr id="406" name="PlaceHolder 6"/>
          <p:cNvSpPr>
            <a:spLocks noGrp="1"/>
          </p:cNvSpPr>
          <p:nvPr>
            <p:ph type="sldNum" idx="12"/>
          </p:nvPr>
        </p:nvSpPr>
        <p:spPr>
          <a:xfrm>
            <a:off x="4278960" y="10157400"/>
            <a:ext cx="3280680" cy="534240"/>
          </a:xfrm>
          <a:prstGeom prst="rect">
            <a:avLst/>
          </a:prstGeom>
          <a:noFill/>
          <a:ln w="0">
            <a:noFill/>
          </a:ln>
        </p:spPr>
        <p:txBody>
          <a:bodyPr lIns="0" rIns="0" tIns="0" bIns="0" anchor="b">
            <a:noAutofit/>
          </a:bodyPr>
          <a:lstStyle>
            <a:lvl1pPr algn="r">
              <a:buNone/>
              <a:defRPr b="0" lang="ru-RU" sz="1400" spc="-1" strike="noStrike">
                <a:latin typeface="Arial"/>
              </a:defRPr>
            </a:lvl1pPr>
          </a:lstStyle>
          <a:p>
            <a:pPr algn="r">
              <a:buNone/>
            </a:pPr>
            <a:fld id="{9CA6A6A4-2064-4218-BB7A-9B6341116A16}" type="slidenum">
              <a:rPr b="0" lang="ru-RU" sz="1400" spc="-1" strike="noStrike">
                <a:latin typeface="Arial"/>
              </a:rPr>
              <a:t>&lt;номер&gt;</a:t>
            </a:fld>
            <a:endParaRPr b="0" lang="ru-RU" sz="1400" spc="-1" strike="noStrike">
              <a:latin typeface="Arial"/>
            </a:endParaRPr>
          </a:p>
        </p:txBody>
      </p:sp>
    </p:spTree>
  </p:cSld>
  <p:clrMap bg1="lt1" bg2="lt2" tx1="dk1" tx2="dk2" accent1="accent1" accent2="accent2" accent3="accent3" accent4="accent4" accent5="accent5" accent6="accent6" hlink="hlink" folHlink="folHlink"/>
</p:notesMaster>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3" name="TextShape 3"/>
          <p:cNvSpPr/>
          <p:nvPr/>
        </p:nvSpPr>
        <p:spPr>
          <a:xfrm>
            <a:off x="3884760" y="8685360"/>
            <a:ext cx="297108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6454D7A7-F5D9-48C0-A232-21F88C6D4749}" type="slidenum">
              <a:rPr b="0" lang="ru-RU" sz="1200" spc="-1" strike="noStrike">
                <a:solidFill>
                  <a:srgbClr val="000000"/>
                </a:solidFill>
                <a:latin typeface="Times New Roman"/>
                <a:ea typeface="+mn-ea"/>
              </a:rPr>
              <a:t>&lt;номер&gt;</a:t>
            </a:fld>
            <a:endParaRPr b="0" lang="ru-RU" sz="1200" spc="-1" strike="noStrike">
              <a:latin typeface="Arial"/>
            </a:endParaRPr>
          </a:p>
        </p:txBody>
      </p:sp>
      <p:sp>
        <p:nvSpPr>
          <p:cNvPr id="574" name="PlaceHolder 1"/>
          <p:cNvSpPr>
            <a:spLocks noGrp="1"/>
          </p:cNvSpPr>
          <p:nvPr>
            <p:ph type="sldImg"/>
          </p:nvPr>
        </p:nvSpPr>
        <p:spPr>
          <a:xfrm>
            <a:off x="382680" y="685800"/>
            <a:ext cx="6093000" cy="3428640"/>
          </a:xfrm>
          <a:prstGeom prst="rect">
            <a:avLst/>
          </a:prstGeom>
          <a:ln w="0">
            <a:noFill/>
          </a:ln>
        </p:spPr>
      </p:sp>
      <p:sp>
        <p:nvSpPr>
          <p:cNvPr id="575" name="PlaceHolder 2"/>
          <p:cNvSpPr>
            <a:spLocks noGrp="1"/>
          </p:cNvSpPr>
          <p:nvPr>
            <p:ph type="body"/>
          </p:nvPr>
        </p:nvSpPr>
        <p:spPr>
          <a:xfrm>
            <a:off x="685800" y="4343400"/>
            <a:ext cx="5486040" cy="4114080"/>
          </a:xfrm>
          <a:prstGeom prst="rect">
            <a:avLst/>
          </a:prstGeom>
          <a:noFill/>
          <a:ln w="0">
            <a:noFill/>
          </a:ln>
        </p:spPr>
        <p:txBody>
          <a:bodyPr anchor="t">
            <a:noAutofit/>
          </a:bodyPr>
          <a:p>
            <a:pPr marL="216000" indent="-216000">
              <a:lnSpc>
                <a:spcPct val="100000"/>
              </a:lnSpc>
              <a:buNone/>
              <a:tabLst>
                <a:tab algn="l" pos="0"/>
              </a:tabLst>
            </a:pPr>
            <a:r>
              <a:rPr b="0" lang="ru-RU" sz="2000" spc="-1" strike="noStrike">
                <a:latin typeface="Arial"/>
              </a:rPr>
              <a:t>Abstract factory - шаблон проектирования, позволяющий изменять поведение системы, варьируя создаваемые объекты, при этом сохраняя интерфейсы. Он позволяет создавать целые группы взаимосвязанных объектов, которые, будучи созданными одной фабрикой, реализуют общее поведение. Паттерн реализуется созданием абстрактного класса Factory, который представляет собой интерфейс для создания компонентов системы (например, для оконного интерфейса, он может создавать окна и кнопки). Затем пишутся наследующиеся от него классы, реализующие этот интерфейс</a:t>
            </a:r>
            <a:endParaRPr b="0" lang="ru-RU" sz="2000" spc="-1" strike="noStrike">
              <a:latin typeface="Arial"/>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6" name="PlaceHolder 1"/>
          <p:cNvSpPr>
            <a:spLocks noGrp="1"/>
          </p:cNvSpPr>
          <p:nvPr>
            <p:ph type="sldImg"/>
          </p:nvPr>
        </p:nvSpPr>
        <p:spPr>
          <a:xfrm>
            <a:off x="382680" y="685800"/>
            <a:ext cx="6093000" cy="3428640"/>
          </a:xfrm>
          <a:prstGeom prst="rect">
            <a:avLst/>
          </a:prstGeom>
          <a:ln w="0">
            <a:noFill/>
          </a:ln>
        </p:spPr>
      </p:sp>
      <p:sp>
        <p:nvSpPr>
          <p:cNvPr id="577" name="PlaceHolder 2"/>
          <p:cNvSpPr>
            <a:spLocks noGrp="1"/>
          </p:cNvSpPr>
          <p:nvPr>
            <p:ph type="body"/>
          </p:nvPr>
        </p:nvSpPr>
        <p:spPr>
          <a:xfrm>
            <a:off x="685800" y="4343400"/>
            <a:ext cx="5486040" cy="4114080"/>
          </a:xfrm>
          <a:prstGeom prst="rect">
            <a:avLst/>
          </a:prstGeom>
          <a:noFill/>
          <a:ln w="0">
            <a:noFill/>
          </a:ln>
        </p:spPr>
        <p:txBody>
          <a:bodyPr anchor="t">
            <a:normAutofit/>
          </a:bodyPr>
          <a:p>
            <a:endParaRPr b="0" lang="ru-RU" sz="2000" spc="-1" strike="noStrike">
              <a:latin typeface="Arial"/>
            </a:endParaRPr>
          </a:p>
        </p:txBody>
      </p:sp>
      <p:sp>
        <p:nvSpPr>
          <p:cNvPr id="578" name="TextShape 5"/>
          <p:cNvSpPr/>
          <p:nvPr/>
        </p:nvSpPr>
        <p:spPr>
          <a:xfrm>
            <a:off x="3884760" y="8685360"/>
            <a:ext cx="297108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2D772EE4-01C3-4F0F-8AED-FE5DBEC91BA8}" type="slidenum">
              <a:rPr b="0" lang="ru-RU" sz="1200" spc="-1" strike="noStrike">
                <a:solidFill>
                  <a:srgbClr val="000000"/>
                </a:solidFill>
                <a:latin typeface="+mn-lt"/>
                <a:ea typeface="+mn-ea"/>
              </a:rPr>
              <a:t>4</a:t>
            </a:fld>
            <a:endParaRPr b="0" lang="ru-RU" sz="1200" spc="-1" strike="noStrike">
              <a:latin typeface="Arial"/>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79" name="PlaceHolder 1"/>
          <p:cNvSpPr>
            <a:spLocks noGrp="1"/>
          </p:cNvSpPr>
          <p:nvPr>
            <p:ph type="sldImg"/>
          </p:nvPr>
        </p:nvSpPr>
        <p:spPr>
          <a:xfrm>
            <a:off x="382680" y="685800"/>
            <a:ext cx="6093000" cy="3428640"/>
          </a:xfrm>
          <a:prstGeom prst="rect">
            <a:avLst/>
          </a:prstGeom>
          <a:ln w="0">
            <a:noFill/>
          </a:ln>
        </p:spPr>
      </p:sp>
      <p:sp>
        <p:nvSpPr>
          <p:cNvPr id="580" name="PlaceHolder 2"/>
          <p:cNvSpPr>
            <a:spLocks noGrp="1"/>
          </p:cNvSpPr>
          <p:nvPr>
            <p:ph type="body"/>
          </p:nvPr>
        </p:nvSpPr>
        <p:spPr>
          <a:xfrm>
            <a:off x="685800" y="4343400"/>
            <a:ext cx="5486040" cy="4114080"/>
          </a:xfrm>
          <a:prstGeom prst="rect">
            <a:avLst/>
          </a:prstGeom>
          <a:noFill/>
          <a:ln w="0">
            <a:noFill/>
          </a:ln>
        </p:spPr>
        <p:txBody>
          <a:bodyPr anchor="t">
            <a:normAutofit/>
          </a:bodyPr>
          <a:p>
            <a:endParaRPr b="0" lang="ru-RU" sz="2000" spc="-1" strike="noStrike">
              <a:latin typeface="Arial"/>
            </a:endParaRPr>
          </a:p>
        </p:txBody>
      </p:sp>
      <p:sp>
        <p:nvSpPr>
          <p:cNvPr id="581" name="TextShape 8"/>
          <p:cNvSpPr/>
          <p:nvPr/>
        </p:nvSpPr>
        <p:spPr>
          <a:xfrm>
            <a:off x="3884760" y="8685360"/>
            <a:ext cx="297108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C8B6F092-A485-47DD-9218-A91DDFDDB78E}" type="slidenum">
              <a:rPr b="0" lang="ru-RU" sz="1200" spc="-1" strike="noStrike">
                <a:solidFill>
                  <a:srgbClr val="000000"/>
                </a:solidFill>
                <a:latin typeface="+mn-lt"/>
                <a:ea typeface="+mn-ea"/>
              </a:rPr>
              <a:t>5</a:t>
            </a:fld>
            <a:endParaRPr b="0" lang="ru-RU" sz="1200" spc="-1" strike="noStrike">
              <a:latin typeface="Arial"/>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2" name="PlaceHolder 1"/>
          <p:cNvSpPr>
            <a:spLocks noGrp="1"/>
          </p:cNvSpPr>
          <p:nvPr>
            <p:ph type="sldImg"/>
          </p:nvPr>
        </p:nvSpPr>
        <p:spPr>
          <a:xfrm>
            <a:off x="1143000" y="685800"/>
            <a:ext cx="4571640" cy="3428280"/>
          </a:xfrm>
          <a:prstGeom prst="rect">
            <a:avLst/>
          </a:prstGeom>
          <a:ln w="0">
            <a:noFill/>
          </a:ln>
        </p:spPr>
      </p:sp>
      <p:sp>
        <p:nvSpPr>
          <p:cNvPr id="583" name="PlaceHolder 2"/>
          <p:cNvSpPr>
            <a:spLocks noGrp="1"/>
          </p:cNvSpPr>
          <p:nvPr>
            <p:ph type="body"/>
          </p:nvPr>
        </p:nvSpPr>
        <p:spPr>
          <a:xfrm>
            <a:off x="685800" y="4343400"/>
            <a:ext cx="5486040" cy="4114080"/>
          </a:xfrm>
          <a:prstGeom prst="rect">
            <a:avLst/>
          </a:prstGeom>
          <a:noFill/>
          <a:ln w="0">
            <a:noFill/>
          </a:ln>
        </p:spPr>
        <p:txBody>
          <a:bodyPr anchor="t">
            <a:normAutofit/>
          </a:bodyPr>
          <a:p>
            <a:endParaRPr b="0" lang="ru-RU" sz="2000" spc="-1" strike="noStrike">
              <a:latin typeface="Arial"/>
            </a:endParaRPr>
          </a:p>
        </p:txBody>
      </p:sp>
      <p:sp>
        <p:nvSpPr>
          <p:cNvPr id="584" name="TextShape 12"/>
          <p:cNvSpPr/>
          <p:nvPr/>
        </p:nvSpPr>
        <p:spPr>
          <a:xfrm>
            <a:off x="3884760" y="8685360"/>
            <a:ext cx="297108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6A7612A5-3CD0-4A2A-8267-532038BF94BF}" type="slidenum">
              <a:rPr b="0" lang="ru-RU" sz="1200" spc="-1" strike="noStrike">
                <a:solidFill>
                  <a:srgbClr val="000000"/>
                </a:solidFill>
                <a:latin typeface="+mn-lt"/>
                <a:ea typeface="+mn-ea"/>
              </a:rPr>
              <a:t>6</a:t>
            </a:fld>
            <a:endParaRPr b="0" lang="ru-RU" sz="1200" spc="-1" strike="noStrike">
              <a:latin typeface="Arial"/>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5" name="PlaceHolder 1"/>
          <p:cNvSpPr>
            <a:spLocks noGrp="1"/>
          </p:cNvSpPr>
          <p:nvPr>
            <p:ph type="sldImg"/>
          </p:nvPr>
        </p:nvSpPr>
        <p:spPr>
          <a:xfrm>
            <a:off x="382680" y="685800"/>
            <a:ext cx="6093000" cy="3428640"/>
          </a:xfrm>
          <a:prstGeom prst="rect">
            <a:avLst/>
          </a:prstGeom>
          <a:ln w="0">
            <a:noFill/>
          </a:ln>
        </p:spPr>
      </p:sp>
      <p:sp>
        <p:nvSpPr>
          <p:cNvPr id="586" name="PlaceHolder 2"/>
          <p:cNvSpPr>
            <a:spLocks noGrp="1"/>
          </p:cNvSpPr>
          <p:nvPr>
            <p:ph type="body"/>
          </p:nvPr>
        </p:nvSpPr>
        <p:spPr>
          <a:xfrm>
            <a:off x="685800" y="4343400"/>
            <a:ext cx="5486040" cy="4114080"/>
          </a:xfrm>
          <a:prstGeom prst="rect">
            <a:avLst/>
          </a:prstGeom>
          <a:noFill/>
          <a:ln w="0">
            <a:noFill/>
          </a:ln>
        </p:spPr>
        <p:txBody>
          <a:bodyPr anchor="t">
            <a:normAutofit/>
          </a:bodyPr>
          <a:p>
            <a:endParaRPr b="0" lang="ru-RU" sz="2000" spc="-1" strike="noStrike">
              <a:latin typeface="Arial"/>
            </a:endParaRPr>
          </a:p>
        </p:txBody>
      </p:sp>
      <p:sp>
        <p:nvSpPr>
          <p:cNvPr id="587" name="TextShape 13"/>
          <p:cNvSpPr/>
          <p:nvPr/>
        </p:nvSpPr>
        <p:spPr>
          <a:xfrm>
            <a:off x="3884760" y="8685360"/>
            <a:ext cx="297108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50B94559-7EB8-42F8-9659-D0C1AA111B99}" type="slidenum">
              <a:rPr b="0" lang="ru-RU" sz="1200" spc="-1" strike="noStrike">
                <a:solidFill>
                  <a:srgbClr val="000000"/>
                </a:solidFill>
                <a:latin typeface="+mn-lt"/>
                <a:ea typeface="+mn-ea"/>
              </a:rPr>
              <a:t>7</a:t>
            </a:fld>
            <a:endParaRPr b="0" lang="ru-RU" sz="1200" spc="-1" strike="noStrike">
              <a:latin typeface="Arial"/>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88" name="PlaceHolder 1"/>
          <p:cNvSpPr>
            <a:spLocks noGrp="1"/>
          </p:cNvSpPr>
          <p:nvPr>
            <p:ph type="sldImg"/>
          </p:nvPr>
        </p:nvSpPr>
        <p:spPr>
          <a:xfrm>
            <a:off x="1143000" y="685800"/>
            <a:ext cx="4571640" cy="3428280"/>
          </a:xfrm>
          <a:prstGeom prst="rect">
            <a:avLst/>
          </a:prstGeom>
          <a:ln w="0">
            <a:noFill/>
          </a:ln>
        </p:spPr>
      </p:sp>
      <p:sp>
        <p:nvSpPr>
          <p:cNvPr id="589" name="PlaceHolder 2"/>
          <p:cNvSpPr>
            <a:spLocks noGrp="1"/>
          </p:cNvSpPr>
          <p:nvPr>
            <p:ph type="body"/>
          </p:nvPr>
        </p:nvSpPr>
        <p:spPr>
          <a:xfrm>
            <a:off x="685800" y="4343400"/>
            <a:ext cx="5486040" cy="4114080"/>
          </a:xfrm>
          <a:prstGeom prst="rect">
            <a:avLst/>
          </a:prstGeom>
          <a:noFill/>
          <a:ln w="0">
            <a:noFill/>
          </a:ln>
        </p:spPr>
        <p:txBody>
          <a:bodyPr anchor="t">
            <a:normAutofit/>
          </a:bodyPr>
          <a:p>
            <a:endParaRPr b="0" lang="ru-RU" sz="2810" spc="-1" strike="noStrike">
              <a:latin typeface="Arial"/>
            </a:endParaRPr>
          </a:p>
        </p:txBody>
      </p:sp>
      <p:sp>
        <p:nvSpPr>
          <p:cNvPr id="590" name="TextShape 17"/>
          <p:cNvSpPr/>
          <p:nvPr/>
        </p:nvSpPr>
        <p:spPr>
          <a:xfrm>
            <a:off x="3884760" y="8685360"/>
            <a:ext cx="297108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9CFFA75F-26B7-4B3C-B0B3-CAC989D57B18}" type="slidenum">
              <a:rPr b="0" lang="ru-RU" sz="1200" spc="-1" strike="noStrike">
                <a:solidFill>
                  <a:srgbClr val="000000"/>
                </a:solidFill>
                <a:latin typeface="+mn-lt"/>
                <a:ea typeface="+mn-ea"/>
              </a:rPr>
              <a:t>8</a:t>
            </a:fld>
            <a:endParaRPr b="0" lang="ru-RU" sz="1200" spc="-1" strike="noStrike">
              <a:latin typeface="Arial"/>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1" name="PlaceHolder 1"/>
          <p:cNvSpPr>
            <a:spLocks noGrp="1"/>
          </p:cNvSpPr>
          <p:nvPr>
            <p:ph type="sldImg"/>
          </p:nvPr>
        </p:nvSpPr>
        <p:spPr>
          <a:xfrm>
            <a:off x="382680" y="685800"/>
            <a:ext cx="6093000" cy="3428640"/>
          </a:xfrm>
          <a:prstGeom prst="rect">
            <a:avLst/>
          </a:prstGeom>
          <a:ln w="0">
            <a:noFill/>
          </a:ln>
        </p:spPr>
      </p:sp>
      <p:sp>
        <p:nvSpPr>
          <p:cNvPr id="592" name="PlaceHolder 2"/>
          <p:cNvSpPr>
            <a:spLocks noGrp="1"/>
          </p:cNvSpPr>
          <p:nvPr>
            <p:ph type="body"/>
          </p:nvPr>
        </p:nvSpPr>
        <p:spPr>
          <a:xfrm>
            <a:off x="685800" y="4343400"/>
            <a:ext cx="5486040" cy="4114080"/>
          </a:xfrm>
          <a:prstGeom prst="rect">
            <a:avLst/>
          </a:prstGeom>
          <a:noFill/>
          <a:ln w="0">
            <a:noFill/>
          </a:ln>
        </p:spPr>
        <p:txBody>
          <a:bodyPr anchor="t">
            <a:normAutofit/>
          </a:bodyPr>
          <a:p>
            <a:endParaRPr b="0" lang="ru-RU" sz="2000" spc="-1" strike="noStrike">
              <a:latin typeface="Arial"/>
            </a:endParaRPr>
          </a:p>
        </p:txBody>
      </p:sp>
      <p:sp>
        <p:nvSpPr>
          <p:cNvPr id="593" name="TextShape 18"/>
          <p:cNvSpPr/>
          <p:nvPr/>
        </p:nvSpPr>
        <p:spPr>
          <a:xfrm>
            <a:off x="3884760" y="8685360"/>
            <a:ext cx="297108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D1E2985E-3E0D-409C-ACE9-AD7D85DB0862}" type="slidenum">
              <a:rPr b="0" lang="ru-RU" sz="1200" spc="-1" strike="noStrike">
                <a:solidFill>
                  <a:srgbClr val="000000"/>
                </a:solidFill>
                <a:latin typeface="+mn-lt"/>
                <a:ea typeface="+mn-ea"/>
              </a:rPr>
              <a:t>9</a:t>
            </a:fld>
            <a:endParaRPr b="0" lang="ru-RU" sz="1200" spc="-1" strike="noStrike">
              <a:latin typeface="Arial"/>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94" name="PlaceHolder 1"/>
          <p:cNvSpPr>
            <a:spLocks noGrp="1"/>
          </p:cNvSpPr>
          <p:nvPr>
            <p:ph type="sldImg"/>
          </p:nvPr>
        </p:nvSpPr>
        <p:spPr>
          <a:xfrm>
            <a:off x="382680" y="685800"/>
            <a:ext cx="6093000" cy="3428640"/>
          </a:xfrm>
          <a:prstGeom prst="rect">
            <a:avLst/>
          </a:prstGeom>
          <a:ln w="0">
            <a:noFill/>
          </a:ln>
        </p:spPr>
      </p:sp>
      <p:sp>
        <p:nvSpPr>
          <p:cNvPr id="595" name="PlaceHolder 2"/>
          <p:cNvSpPr>
            <a:spLocks noGrp="1"/>
          </p:cNvSpPr>
          <p:nvPr>
            <p:ph type="body"/>
          </p:nvPr>
        </p:nvSpPr>
        <p:spPr>
          <a:xfrm>
            <a:off x="685800" y="4343400"/>
            <a:ext cx="5486040" cy="4114080"/>
          </a:xfrm>
          <a:prstGeom prst="rect">
            <a:avLst/>
          </a:prstGeom>
          <a:noFill/>
          <a:ln w="0">
            <a:noFill/>
          </a:ln>
        </p:spPr>
        <p:txBody>
          <a:bodyPr anchor="t">
            <a:normAutofit/>
          </a:bodyPr>
          <a:p>
            <a:endParaRPr b="0" lang="ru-RU" sz="2000" spc="-1" strike="noStrike">
              <a:latin typeface="Arial"/>
            </a:endParaRPr>
          </a:p>
        </p:txBody>
      </p:sp>
      <p:sp>
        <p:nvSpPr>
          <p:cNvPr id="596" name="TextShape 21"/>
          <p:cNvSpPr/>
          <p:nvPr/>
        </p:nvSpPr>
        <p:spPr>
          <a:xfrm>
            <a:off x="3884760" y="8685360"/>
            <a:ext cx="2971080" cy="456480"/>
          </a:xfrm>
          <a:prstGeom prst="rect">
            <a:avLst/>
          </a:prstGeom>
          <a:noFill/>
          <a:ln w="0">
            <a:noFill/>
          </a:ln>
        </p:spPr>
        <p:style>
          <a:lnRef idx="0"/>
          <a:fillRef idx="0"/>
          <a:effectRef idx="0"/>
          <a:fontRef idx="minor"/>
        </p:style>
        <p:txBody>
          <a:bodyPr lIns="90000" rIns="90000" tIns="45000" bIns="45000" anchor="b">
            <a:noAutofit/>
          </a:bodyPr>
          <a:p>
            <a:pPr algn="r">
              <a:lnSpc>
                <a:spcPct val="100000"/>
              </a:lnSpc>
              <a:buNone/>
            </a:pPr>
            <a:fld id="{95A0A673-EC24-4C3F-A3F8-E8702F402E74}" type="slidenum">
              <a:rPr b="0" lang="ru-RU" sz="1200" spc="-1" strike="noStrike">
                <a:solidFill>
                  <a:srgbClr val="000000"/>
                </a:solidFill>
                <a:latin typeface="+mn-lt"/>
                <a:ea typeface="+mn-ea"/>
              </a:rPr>
              <a:t>11</a:t>
            </a:fld>
            <a:endParaRPr b="0" lang="ru-RU" sz="1200" spc="-1" strike="noStrike">
              <a:latin typeface="Arial"/>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1.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2.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3.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4.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5.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6.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7.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8.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59.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0.xml.rels><?xml version="1.0" encoding="UTF-8"?>
<Relationships xmlns="http://schemas.openxmlformats.org/package/2006/relationships"><Relationship Id="rId1" Type="http://schemas.openxmlformats.org/officeDocument/2006/relationships/slideMaster" Target="../slideMasters/slideMaster5.xml"/>
</Relationships>
</file>

<file path=ppt/slideLayouts/_rels/slideLayout6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3.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4.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5.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6.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7.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8.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69.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0.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1.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2.xml.rels><?xml version="1.0" encoding="UTF-8"?>
<Relationships xmlns="http://schemas.openxmlformats.org/package/2006/relationships"><Relationship Id="rId1" Type="http://schemas.openxmlformats.org/officeDocument/2006/relationships/slideMaster" Target="../slideMasters/slideMaster6.xml"/>
</Relationships>
</file>

<file path=ppt/slideLayouts/_rels/slideLayout7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4.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5.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6.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7.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8.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79.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0.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1.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2.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3.xml.rels><?xml version="1.0" encoding="UTF-8"?>
<Relationships xmlns="http://schemas.openxmlformats.org/package/2006/relationships"><Relationship Id="rId1" Type="http://schemas.openxmlformats.org/officeDocument/2006/relationships/slideMaster" Target="../slideMasters/slideMaster7.xml"/>
</Relationships>
</file>

<file path=ppt/slideLayouts/_rels/slideLayout84.xml.rels><?xml version="1.0" encoding="UTF-8"?>
<Relationships xmlns="http://schemas.openxmlformats.org/package/2006/relationships"><Relationship Id="rId1" Type="http://schemas.openxmlformats.org/officeDocument/2006/relationships/slideMaster" Target="../slideMasters/slideMaster7.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78"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79" name="PlaceHolder 2"/>
          <p:cNvSpPr>
            <a:spLocks noGrp="1"/>
          </p:cNvSpPr>
          <p:nvPr>
            <p:ph type="subTitle"/>
          </p:nvPr>
        </p:nvSpPr>
        <p:spPr>
          <a:xfrm>
            <a:off x="504000" y="1323000"/>
            <a:ext cx="9071640" cy="3741480"/>
          </a:xfrm>
          <a:prstGeom prst="rect">
            <a:avLst/>
          </a:prstGeom>
          <a:noFill/>
          <a:ln w="0">
            <a:noFill/>
          </a:ln>
        </p:spPr>
        <p:txBody>
          <a:bodyPr lIns="0" rIns="0" tIns="0" bIns="0" anchor="ctr">
            <a:noAutofit/>
          </a:bodyPr>
          <a:p>
            <a:pPr algn="ctr">
              <a:buNone/>
            </a:pPr>
            <a:endParaRPr b="0" lang="ru-RU"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0"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81" name="PlaceHolder 2"/>
          <p:cNvSpPr>
            <a:spLocks noGrp="1"/>
          </p:cNvSpPr>
          <p:nvPr>
            <p:ph/>
          </p:nvPr>
        </p:nvSpPr>
        <p:spPr>
          <a:xfrm>
            <a:off x="504000" y="1323000"/>
            <a:ext cx="907164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82"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83"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84"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85"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86" name="PlaceHolder 1"/>
          <p:cNvSpPr>
            <a:spLocks noGrp="1"/>
          </p:cNvSpPr>
          <p:nvPr>
            <p:ph type="subTitle"/>
          </p:nvPr>
        </p:nvSpPr>
        <p:spPr>
          <a:xfrm>
            <a:off x="504000" y="226800"/>
            <a:ext cx="9071640" cy="4380120"/>
          </a:xfrm>
          <a:prstGeom prst="rect">
            <a:avLst/>
          </a:prstGeom>
          <a:noFill/>
          <a:ln w="0">
            <a:noFill/>
          </a:ln>
        </p:spPr>
        <p:txBody>
          <a:bodyPr lIns="0" rIns="0" tIns="0" bIns="0" anchor="ctr">
            <a:noAutofit/>
          </a:bodyPr>
          <a:p>
            <a:pPr algn="ctr">
              <a:buNone/>
            </a:pPr>
            <a:endParaRPr b="0" lang="ru-RU"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87"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88"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89"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90"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92"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93"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94" name="PlaceHolder 4"/>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95"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96"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97"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98" name="PlaceHolder 4"/>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99"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00" name="PlaceHolder 2"/>
          <p:cNvSpPr>
            <a:spLocks noGrp="1"/>
          </p:cNvSpPr>
          <p:nvPr>
            <p:ph/>
          </p:nvPr>
        </p:nvSpPr>
        <p:spPr>
          <a:xfrm>
            <a:off x="504000" y="132300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01" name="PlaceHolder 3"/>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02"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03"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04"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05"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06" name="PlaceHolder 5"/>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07"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08" name="PlaceHolder 2"/>
          <p:cNvSpPr>
            <a:spLocks noGrp="1"/>
          </p:cNvSpPr>
          <p:nvPr>
            <p:ph/>
          </p:nvPr>
        </p:nvSpPr>
        <p:spPr>
          <a:xfrm>
            <a:off x="5040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109" name="PlaceHolder 3"/>
          <p:cNvSpPr>
            <a:spLocks noGrp="1"/>
          </p:cNvSpPr>
          <p:nvPr>
            <p:ph/>
          </p:nvPr>
        </p:nvSpPr>
        <p:spPr>
          <a:xfrm>
            <a:off x="35712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110" name="PlaceHolder 4"/>
          <p:cNvSpPr>
            <a:spLocks noGrp="1"/>
          </p:cNvSpPr>
          <p:nvPr>
            <p:ph/>
          </p:nvPr>
        </p:nvSpPr>
        <p:spPr>
          <a:xfrm>
            <a:off x="663804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111" name="PlaceHolder 5"/>
          <p:cNvSpPr>
            <a:spLocks noGrp="1"/>
          </p:cNvSpPr>
          <p:nvPr>
            <p:ph/>
          </p:nvPr>
        </p:nvSpPr>
        <p:spPr>
          <a:xfrm>
            <a:off x="5040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112" name="PlaceHolder 6"/>
          <p:cNvSpPr>
            <a:spLocks noGrp="1"/>
          </p:cNvSpPr>
          <p:nvPr>
            <p:ph/>
          </p:nvPr>
        </p:nvSpPr>
        <p:spPr>
          <a:xfrm>
            <a:off x="35712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113" name="PlaceHolder 7"/>
          <p:cNvSpPr>
            <a:spLocks noGrp="1"/>
          </p:cNvSpPr>
          <p:nvPr>
            <p:ph/>
          </p:nvPr>
        </p:nvSpPr>
        <p:spPr>
          <a:xfrm>
            <a:off x="663804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50"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51" name="PlaceHolder 2"/>
          <p:cNvSpPr>
            <a:spLocks noGrp="1"/>
          </p:cNvSpPr>
          <p:nvPr>
            <p:ph type="subTitle"/>
          </p:nvPr>
        </p:nvSpPr>
        <p:spPr>
          <a:xfrm>
            <a:off x="504000" y="1323000"/>
            <a:ext cx="9071640" cy="3741480"/>
          </a:xfrm>
          <a:prstGeom prst="rect">
            <a:avLst/>
          </a:prstGeom>
          <a:noFill/>
          <a:ln w="0">
            <a:noFill/>
          </a:ln>
        </p:spPr>
        <p:txBody>
          <a:bodyPr lIns="0" rIns="0" tIns="0" bIns="0" anchor="ctr">
            <a:noAutofit/>
          </a:bodyPr>
          <a:p>
            <a:pPr algn="ctr">
              <a:buNone/>
            </a:pPr>
            <a:endParaRPr b="0" lang="ru-RU"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52"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53" name="PlaceHolder 2"/>
          <p:cNvSpPr>
            <a:spLocks noGrp="1"/>
          </p:cNvSpPr>
          <p:nvPr>
            <p:ph/>
          </p:nvPr>
        </p:nvSpPr>
        <p:spPr>
          <a:xfrm>
            <a:off x="504000" y="1323000"/>
            <a:ext cx="907164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54"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55"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56"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57"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58" name="PlaceHolder 1"/>
          <p:cNvSpPr>
            <a:spLocks noGrp="1"/>
          </p:cNvSpPr>
          <p:nvPr>
            <p:ph type="subTitle"/>
          </p:nvPr>
        </p:nvSpPr>
        <p:spPr>
          <a:xfrm>
            <a:off x="504000" y="226800"/>
            <a:ext cx="9071640" cy="4380120"/>
          </a:xfrm>
          <a:prstGeom prst="rect">
            <a:avLst/>
          </a:prstGeom>
          <a:noFill/>
          <a:ln w="0">
            <a:noFill/>
          </a:ln>
        </p:spPr>
        <p:txBody>
          <a:bodyPr lIns="0" rIns="0" tIns="0" bIns="0" anchor="ctr">
            <a:noAutofit/>
          </a:bodyPr>
          <a:p>
            <a:pPr algn="ctr">
              <a:buNone/>
            </a:pPr>
            <a:endParaRPr b="0" lang="ru-RU"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59"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60"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61"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62"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63"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64"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65"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66" name="PlaceHolder 4"/>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67"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68"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69"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70" name="PlaceHolder 4"/>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71"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72" name="PlaceHolder 2"/>
          <p:cNvSpPr>
            <a:spLocks noGrp="1"/>
          </p:cNvSpPr>
          <p:nvPr>
            <p:ph/>
          </p:nvPr>
        </p:nvSpPr>
        <p:spPr>
          <a:xfrm>
            <a:off x="504000" y="132300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73" name="PlaceHolder 3"/>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74"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75"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76"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77"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78" name="PlaceHolder 5"/>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79"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80" name="PlaceHolder 2"/>
          <p:cNvSpPr>
            <a:spLocks noGrp="1"/>
          </p:cNvSpPr>
          <p:nvPr>
            <p:ph/>
          </p:nvPr>
        </p:nvSpPr>
        <p:spPr>
          <a:xfrm>
            <a:off x="5040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181" name="PlaceHolder 3"/>
          <p:cNvSpPr>
            <a:spLocks noGrp="1"/>
          </p:cNvSpPr>
          <p:nvPr>
            <p:ph/>
          </p:nvPr>
        </p:nvSpPr>
        <p:spPr>
          <a:xfrm>
            <a:off x="35712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182" name="PlaceHolder 4"/>
          <p:cNvSpPr>
            <a:spLocks noGrp="1"/>
          </p:cNvSpPr>
          <p:nvPr>
            <p:ph/>
          </p:nvPr>
        </p:nvSpPr>
        <p:spPr>
          <a:xfrm>
            <a:off x="663804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183" name="PlaceHolder 5"/>
          <p:cNvSpPr>
            <a:spLocks noGrp="1"/>
          </p:cNvSpPr>
          <p:nvPr>
            <p:ph/>
          </p:nvPr>
        </p:nvSpPr>
        <p:spPr>
          <a:xfrm>
            <a:off x="5040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184" name="PlaceHolder 6"/>
          <p:cNvSpPr>
            <a:spLocks noGrp="1"/>
          </p:cNvSpPr>
          <p:nvPr>
            <p:ph/>
          </p:nvPr>
        </p:nvSpPr>
        <p:spPr>
          <a:xfrm>
            <a:off x="35712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185" name="PlaceHolder 7"/>
          <p:cNvSpPr>
            <a:spLocks noGrp="1"/>
          </p:cNvSpPr>
          <p:nvPr>
            <p:ph/>
          </p:nvPr>
        </p:nvSpPr>
        <p:spPr>
          <a:xfrm>
            <a:off x="663804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188"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89" name="PlaceHolder 2"/>
          <p:cNvSpPr>
            <a:spLocks noGrp="1"/>
          </p:cNvSpPr>
          <p:nvPr>
            <p:ph type="subTitle"/>
          </p:nvPr>
        </p:nvSpPr>
        <p:spPr>
          <a:xfrm>
            <a:off x="504000" y="1323000"/>
            <a:ext cx="9071640" cy="3741480"/>
          </a:xfrm>
          <a:prstGeom prst="rect">
            <a:avLst/>
          </a:prstGeom>
          <a:noFill/>
          <a:ln w="0">
            <a:noFill/>
          </a:ln>
        </p:spPr>
        <p:txBody>
          <a:bodyPr lIns="0" rIns="0" tIns="0" bIns="0" anchor="ctr">
            <a:noAutofit/>
          </a:bodyPr>
          <a:p>
            <a:pPr algn="ctr">
              <a:buNone/>
            </a:pPr>
            <a:endParaRPr b="0" lang="ru-RU" sz="3200" spc="-1" strike="noStrike">
              <a:latin typeface="Arial"/>
            </a:endParaRP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190"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91" name="PlaceHolder 2"/>
          <p:cNvSpPr>
            <a:spLocks noGrp="1"/>
          </p:cNvSpPr>
          <p:nvPr>
            <p:ph/>
          </p:nvPr>
        </p:nvSpPr>
        <p:spPr>
          <a:xfrm>
            <a:off x="504000" y="1323000"/>
            <a:ext cx="907164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192"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93"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94"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95"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96" name="PlaceHolder 1"/>
          <p:cNvSpPr>
            <a:spLocks noGrp="1"/>
          </p:cNvSpPr>
          <p:nvPr>
            <p:ph type="subTitle"/>
          </p:nvPr>
        </p:nvSpPr>
        <p:spPr>
          <a:xfrm>
            <a:off x="504000" y="226800"/>
            <a:ext cx="9071640" cy="4380120"/>
          </a:xfrm>
          <a:prstGeom prst="rect">
            <a:avLst/>
          </a:prstGeom>
          <a:noFill/>
          <a:ln w="0">
            <a:noFill/>
          </a:ln>
        </p:spPr>
        <p:txBody>
          <a:bodyPr lIns="0" rIns="0" tIns="0" bIns="0" anchor="ctr">
            <a:noAutofit/>
          </a:bodyPr>
          <a:p>
            <a:pPr algn="ctr">
              <a:buNone/>
            </a:pPr>
            <a:endParaRPr b="0" lang="ru-RU" sz="3200" spc="-1" strike="noStrike">
              <a:latin typeface="Arial"/>
            </a:endParaRP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97"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198"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199"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00"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01"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02"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03"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04" name="PlaceHolder 4"/>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05"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06"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07"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08" name="PlaceHolder 4"/>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09"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10" name="PlaceHolder 2"/>
          <p:cNvSpPr>
            <a:spLocks noGrp="1"/>
          </p:cNvSpPr>
          <p:nvPr>
            <p:ph/>
          </p:nvPr>
        </p:nvSpPr>
        <p:spPr>
          <a:xfrm>
            <a:off x="504000" y="132300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11" name="PlaceHolder 3"/>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12"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13"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14"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15"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16" name="PlaceHolder 5"/>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17"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18" name="PlaceHolder 2"/>
          <p:cNvSpPr>
            <a:spLocks noGrp="1"/>
          </p:cNvSpPr>
          <p:nvPr>
            <p:ph/>
          </p:nvPr>
        </p:nvSpPr>
        <p:spPr>
          <a:xfrm>
            <a:off x="5040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219" name="PlaceHolder 3"/>
          <p:cNvSpPr>
            <a:spLocks noGrp="1"/>
          </p:cNvSpPr>
          <p:nvPr>
            <p:ph/>
          </p:nvPr>
        </p:nvSpPr>
        <p:spPr>
          <a:xfrm>
            <a:off x="35712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220" name="PlaceHolder 4"/>
          <p:cNvSpPr>
            <a:spLocks noGrp="1"/>
          </p:cNvSpPr>
          <p:nvPr>
            <p:ph/>
          </p:nvPr>
        </p:nvSpPr>
        <p:spPr>
          <a:xfrm>
            <a:off x="663804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221" name="PlaceHolder 5"/>
          <p:cNvSpPr>
            <a:spLocks noGrp="1"/>
          </p:cNvSpPr>
          <p:nvPr>
            <p:ph/>
          </p:nvPr>
        </p:nvSpPr>
        <p:spPr>
          <a:xfrm>
            <a:off x="5040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222" name="PlaceHolder 6"/>
          <p:cNvSpPr>
            <a:spLocks noGrp="1"/>
          </p:cNvSpPr>
          <p:nvPr>
            <p:ph/>
          </p:nvPr>
        </p:nvSpPr>
        <p:spPr>
          <a:xfrm>
            <a:off x="35712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223" name="PlaceHolder 7"/>
          <p:cNvSpPr>
            <a:spLocks noGrp="1"/>
          </p:cNvSpPr>
          <p:nvPr>
            <p:ph/>
          </p:nvPr>
        </p:nvSpPr>
        <p:spPr>
          <a:xfrm>
            <a:off x="663804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Tree>
  </p:cSld>
</p:sldLayout>
</file>

<file path=ppt/slideLayouts/slideLayout3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3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31"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32" name="PlaceHolder 2"/>
          <p:cNvSpPr>
            <a:spLocks noGrp="1"/>
          </p:cNvSpPr>
          <p:nvPr>
            <p:ph type="subTitle"/>
          </p:nvPr>
        </p:nvSpPr>
        <p:spPr>
          <a:xfrm>
            <a:off x="504000" y="1323000"/>
            <a:ext cx="9071640" cy="3741480"/>
          </a:xfrm>
          <a:prstGeom prst="rect">
            <a:avLst/>
          </a:prstGeom>
          <a:noFill/>
          <a:ln w="0">
            <a:noFill/>
          </a:ln>
        </p:spPr>
        <p:txBody>
          <a:bodyPr lIns="0" rIns="0" tIns="0" bIns="0" anchor="ctr">
            <a:noAutofit/>
          </a:bodyPr>
          <a:p>
            <a:pPr algn="ctr">
              <a:buNone/>
            </a:pPr>
            <a:endParaRPr b="0" lang="ru-RU" sz="3200" spc="-1" strike="noStrike">
              <a:latin typeface="Arial"/>
            </a:endParaRPr>
          </a:p>
        </p:txBody>
      </p:sp>
    </p:spTree>
  </p:cSld>
</p:sldLayout>
</file>

<file path=ppt/slideLayouts/slideLayout3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33"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34" name="PlaceHolder 2"/>
          <p:cNvSpPr>
            <a:spLocks noGrp="1"/>
          </p:cNvSpPr>
          <p:nvPr>
            <p:ph/>
          </p:nvPr>
        </p:nvSpPr>
        <p:spPr>
          <a:xfrm>
            <a:off x="504000" y="1323000"/>
            <a:ext cx="907164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4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35"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36"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37"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4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38"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Tree>
  </p:cSld>
</p:sldLayout>
</file>

<file path=ppt/slideLayouts/slideLayout4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39" name="PlaceHolder 1"/>
          <p:cNvSpPr>
            <a:spLocks noGrp="1"/>
          </p:cNvSpPr>
          <p:nvPr>
            <p:ph type="subTitle"/>
          </p:nvPr>
        </p:nvSpPr>
        <p:spPr>
          <a:xfrm>
            <a:off x="504000" y="226800"/>
            <a:ext cx="9071640" cy="4380120"/>
          </a:xfrm>
          <a:prstGeom prst="rect">
            <a:avLst/>
          </a:prstGeom>
          <a:noFill/>
          <a:ln w="0">
            <a:noFill/>
          </a:ln>
        </p:spPr>
        <p:txBody>
          <a:bodyPr lIns="0" rIns="0" tIns="0" bIns="0" anchor="ctr">
            <a:noAutofit/>
          </a:bodyPr>
          <a:p>
            <a:pPr algn="ctr">
              <a:buNone/>
            </a:pPr>
            <a:endParaRPr b="0" lang="ru-RU" sz="3200" spc="-1" strike="noStrike">
              <a:latin typeface="Arial"/>
            </a:endParaRPr>
          </a:p>
        </p:txBody>
      </p:sp>
    </p:spTree>
  </p:cSld>
</p:sldLayout>
</file>

<file path=ppt/slideLayouts/slideLayout4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40"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41"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42"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43"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4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44"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45"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46"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47" name="PlaceHolder 4"/>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4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48"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49"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50"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51" name="PlaceHolder 4"/>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4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52"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53" name="PlaceHolder 2"/>
          <p:cNvSpPr>
            <a:spLocks noGrp="1"/>
          </p:cNvSpPr>
          <p:nvPr>
            <p:ph/>
          </p:nvPr>
        </p:nvSpPr>
        <p:spPr>
          <a:xfrm>
            <a:off x="504000" y="132300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54" name="PlaceHolder 3"/>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4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55"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56"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57"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58"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59" name="PlaceHolder 5"/>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Tree>
  </p:cSld>
</p:sldLayout>
</file>

<file path=ppt/slideLayouts/slideLayout4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260"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61" name="PlaceHolder 2"/>
          <p:cNvSpPr>
            <a:spLocks noGrp="1"/>
          </p:cNvSpPr>
          <p:nvPr>
            <p:ph/>
          </p:nvPr>
        </p:nvSpPr>
        <p:spPr>
          <a:xfrm>
            <a:off x="5040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262" name="PlaceHolder 3"/>
          <p:cNvSpPr>
            <a:spLocks noGrp="1"/>
          </p:cNvSpPr>
          <p:nvPr>
            <p:ph/>
          </p:nvPr>
        </p:nvSpPr>
        <p:spPr>
          <a:xfrm>
            <a:off x="35712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263" name="PlaceHolder 4"/>
          <p:cNvSpPr>
            <a:spLocks noGrp="1"/>
          </p:cNvSpPr>
          <p:nvPr>
            <p:ph/>
          </p:nvPr>
        </p:nvSpPr>
        <p:spPr>
          <a:xfrm>
            <a:off x="663804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264" name="PlaceHolder 5"/>
          <p:cNvSpPr>
            <a:spLocks noGrp="1"/>
          </p:cNvSpPr>
          <p:nvPr>
            <p:ph/>
          </p:nvPr>
        </p:nvSpPr>
        <p:spPr>
          <a:xfrm>
            <a:off x="5040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265" name="PlaceHolder 6"/>
          <p:cNvSpPr>
            <a:spLocks noGrp="1"/>
          </p:cNvSpPr>
          <p:nvPr>
            <p:ph/>
          </p:nvPr>
        </p:nvSpPr>
        <p:spPr>
          <a:xfrm>
            <a:off x="35712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266" name="PlaceHolder 7"/>
          <p:cNvSpPr>
            <a:spLocks noGrp="1"/>
          </p:cNvSpPr>
          <p:nvPr>
            <p:ph/>
          </p:nvPr>
        </p:nvSpPr>
        <p:spPr>
          <a:xfrm>
            <a:off x="663804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Tree>
  </p:cSld>
</p:sldLayout>
</file>

<file path=ppt/slideLayouts/slideLayout4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2"/>
          </p:nvPr>
        </p:nvSpPr>
        <p:spPr/>
        <p:txBody>
          <a:bodyPr/>
          <a:p>
            <a:r>
              <a:t>Footer</a:t>
            </a:r>
          </a:p>
        </p:txBody>
      </p:sp>
      <p:sp>
        <p:nvSpPr>
          <p:cNvPr id="3" name="PlaceHolder 2"/>
          <p:cNvSpPr>
            <a:spLocks noGrp="1"/>
          </p:cNvSpPr>
          <p:nvPr>
            <p:ph type="sldNum" idx="3"/>
          </p:nvPr>
        </p:nvSpPr>
        <p:spPr/>
        <p:txBody>
          <a:bodyPr/>
          <a:p>
            <a:fld id="{315244FD-025F-4E0A-8E1C-AF16E3474639}" type="slidenum">
              <a:t>&lt;#&gt;</a:t>
            </a:fld>
          </a:p>
        </p:txBody>
      </p:sp>
      <p:sp>
        <p:nvSpPr>
          <p:cNvPr id="4" name="PlaceHolder 3"/>
          <p:cNvSpPr>
            <a:spLocks noGrp="1"/>
          </p:cNvSpPr>
          <p:nvPr>
            <p:ph type="dt" idx="1"/>
          </p:nvPr>
        </p:nvSpPr>
        <p:spPr/>
        <p:txBody>
          <a:bodyPr/>
          <a:p>
            <a:r>
              <a:rPr lang="ru-RU"/>
              <a:t/>
            </a:r>
          </a:p>
        </p:txBody>
      </p:sp>
    </p:spTree>
  </p:cSld>
</p:sldLayout>
</file>

<file path=ppt/slideLayouts/slideLayout5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77"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78" name="PlaceHolder 2"/>
          <p:cNvSpPr>
            <a:spLocks noGrp="1"/>
          </p:cNvSpPr>
          <p:nvPr>
            <p:ph type="subTitle"/>
          </p:nvPr>
        </p:nvSpPr>
        <p:spPr>
          <a:xfrm>
            <a:off x="504000" y="1323000"/>
            <a:ext cx="9071640" cy="374148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D70F7605-2401-413F-9882-F03EB1EB79F7}" type="slidenum">
              <a:t>&lt;#&gt;</a:t>
            </a:fld>
          </a:p>
        </p:txBody>
      </p:sp>
      <p:sp>
        <p:nvSpPr>
          <p:cNvPr id="6" name="PlaceHolder 5"/>
          <p:cNvSpPr>
            <a:spLocks noGrp="1"/>
          </p:cNvSpPr>
          <p:nvPr>
            <p:ph type="dt" idx="1"/>
          </p:nvPr>
        </p:nvSpPr>
        <p:spPr/>
        <p:txBody>
          <a:bodyPr/>
          <a:p>
            <a:r>
              <a:rPr lang="ru-RU"/>
              <a:t/>
            </a:r>
          </a:p>
        </p:txBody>
      </p:sp>
    </p:spTree>
  </p:cSld>
</p:sldLayout>
</file>

<file path=ppt/slideLayouts/slideLayout5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279"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80" name="PlaceHolder 2"/>
          <p:cNvSpPr>
            <a:spLocks noGrp="1"/>
          </p:cNvSpPr>
          <p:nvPr>
            <p:ph/>
          </p:nvPr>
        </p:nvSpPr>
        <p:spPr>
          <a:xfrm>
            <a:off x="504000" y="1323000"/>
            <a:ext cx="907164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4" name="PlaceHolder 3"/>
          <p:cNvSpPr>
            <a:spLocks noGrp="1"/>
          </p:cNvSpPr>
          <p:nvPr>
            <p:ph type="ftr" idx="2"/>
          </p:nvPr>
        </p:nvSpPr>
        <p:spPr/>
        <p:txBody>
          <a:bodyPr/>
          <a:p>
            <a:r>
              <a:t>Footer</a:t>
            </a:r>
          </a:p>
        </p:txBody>
      </p:sp>
      <p:sp>
        <p:nvSpPr>
          <p:cNvPr id="5" name="PlaceHolder 4"/>
          <p:cNvSpPr>
            <a:spLocks noGrp="1"/>
          </p:cNvSpPr>
          <p:nvPr>
            <p:ph type="sldNum" idx="3"/>
          </p:nvPr>
        </p:nvSpPr>
        <p:spPr/>
        <p:txBody>
          <a:bodyPr/>
          <a:p>
            <a:fld id="{53100CF7-7478-4F46-B39C-0F49D197F521}" type="slidenum">
              <a:t>&lt;#&gt;</a:t>
            </a:fld>
          </a:p>
        </p:txBody>
      </p:sp>
      <p:sp>
        <p:nvSpPr>
          <p:cNvPr id="6" name="PlaceHolder 5"/>
          <p:cNvSpPr>
            <a:spLocks noGrp="1"/>
          </p:cNvSpPr>
          <p:nvPr>
            <p:ph type="dt" idx="1"/>
          </p:nvPr>
        </p:nvSpPr>
        <p:spPr/>
        <p:txBody>
          <a:bodyPr/>
          <a:p>
            <a:r>
              <a:rPr lang="ru-RU"/>
              <a:t/>
            </a:r>
          </a:p>
        </p:txBody>
      </p:sp>
    </p:spTree>
  </p:cSld>
</p:sldLayout>
</file>

<file path=ppt/slideLayouts/slideLayout5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281"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82"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83"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53BF6CD5-48C4-4240-98B8-AE5AE060B473}" type="slidenum">
              <a:t>&lt;#&gt;</a:t>
            </a:fld>
          </a:p>
        </p:txBody>
      </p:sp>
      <p:sp>
        <p:nvSpPr>
          <p:cNvPr id="7" name="PlaceHolder 6"/>
          <p:cNvSpPr>
            <a:spLocks noGrp="1"/>
          </p:cNvSpPr>
          <p:nvPr>
            <p:ph type="dt" idx="1"/>
          </p:nvPr>
        </p:nvSpPr>
        <p:spPr/>
        <p:txBody>
          <a:bodyPr/>
          <a:p>
            <a:r>
              <a:rPr lang="ru-RU"/>
              <a:t/>
            </a:r>
          </a:p>
        </p:txBody>
      </p:sp>
    </p:spTree>
  </p:cSld>
</p:sldLayout>
</file>

<file path=ppt/slideLayouts/slideLayout5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284"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F0AF29CA-0E6B-496A-B498-BFC81CF292ED}" type="slidenum">
              <a:t>&lt;#&gt;</a:t>
            </a:fld>
          </a:p>
        </p:txBody>
      </p:sp>
      <p:sp>
        <p:nvSpPr>
          <p:cNvPr id="5" name="PlaceHolder 4"/>
          <p:cNvSpPr>
            <a:spLocks noGrp="1"/>
          </p:cNvSpPr>
          <p:nvPr>
            <p:ph type="dt" idx="1"/>
          </p:nvPr>
        </p:nvSpPr>
        <p:spPr/>
        <p:txBody>
          <a:bodyPr/>
          <a:p>
            <a:r>
              <a:rPr lang="ru-RU"/>
              <a:t/>
            </a:r>
          </a:p>
        </p:txBody>
      </p:sp>
    </p:spTree>
  </p:cSld>
</p:sldLayout>
</file>

<file path=ppt/slideLayouts/slideLayout5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285" name="PlaceHolder 1"/>
          <p:cNvSpPr>
            <a:spLocks noGrp="1"/>
          </p:cNvSpPr>
          <p:nvPr>
            <p:ph type="subTitle"/>
          </p:nvPr>
        </p:nvSpPr>
        <p:spPr>
          <a:xfrm>
            <a:off x="504000" y="226800"/>
            <a:ext cx="9071640" cy="438012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3" name="PlaceHolder 2"/>
          <p:cNvSpPr>
            <a:spLocks noGrp="1"/>
          </p:cNvSpPr>
          <p:nvPr>
            <p:ph type="ftr" idx="2"/>
          </p:nvPr>
        </p:nvSpPr>
        <p:spPr/>
        <p:txBody>
          <a:bodyPr/>
          <a:p>
            <a:r>
              <a:t>Footer</a:t>
            </a:r>
          </a:p>
        </p:txBody>
      </p:sp>
      <p:sp>
        <p:nvSpPr>
          <p:cNvPr id="4" name="PlaceHolder 3"/>
          <p:cNvSpPr>
            <a:spLocks noGrp="1"/>
          </p:cNvSpPr>
          <p:nvPr>
            <p:ph type="sldNum" idx="3"/>
          </p:nvPr>
        </p:nvSpPr>
        <p:spPr/>
        <p:txBody>
          <a:bodyPr/>
          <a:p>
            <a:fld id="{0262BCFE-1A4B-4103-A1AB-238EFF84F270}" type="slidenum">
              <a:t>&lt;#&gt;</a:t>
            </a:fld>
          </a:p>
        </p:txBody>
      </p:sp>
      <p:sp>
        <p:nvSpPr>
          <p:cNvPr id="5" name="PlaceHolder 4"/>
          <p:cNvSpPr>
            <a:spLocks noGrp="1"/>
          </p:cNvSpPr>
          <p:nvPr>
            <p:ph type="dt" idx="1"/>
          </p:nvPr>
        </p:nvSpPr>
        <p:spPr/>
        <p:txBody>
          <a:bodyPr/>
          <a:p>
            <a:r>
              <a:rPr lang="ru-RU"/>
              <a:t/>
            </a:r>
          </a:p>
        </p:txBody>
      </p:sp>
    </p:spTree>
  </p:cSld>
</p:sldLayout>
</file>

<file path=ppt/slideLayouts/slideLayout5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286"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87"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88"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89"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7450D44F-444D-414B-A742-0D6061676107}" type="slidenum">
              <a:t>&lt;#&gt;</a:t>
            </a:fld>
          </a:p>
        </p:txBody>
      </p:sp>
      <p:sp>
        <p:nvSpPr>
          <p:cNvPr id="8" name="PlaceHolder 7"/>
          <p:cNvSpPr>
            <a:spLocks noGrp="1"/>
          </p:cNvSpPr>
          <p:nvPr>
            <p:ph type="dt" idx="1"/>
          </p:nvPr>
        </p:nvSpPr>
        <p:spPr/>
        <p:txBody>
          <a:bodyPr/>
          <a:p>
            <a:r>
              <a:rPr lang="ru-RU"/>
              <a:t/>
            </a:r>
          </a:p>
        </p:txBody>
      </p:sp>
    </p:spTree>
  </p:cSld>
</p:sldLayout>
</file>

<file path=ppt/slideLayouts/slideLayout5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290"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91"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92"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93" name="PlaceHolder 4"/>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317DE0BD-011F-4CD0-832A-3643C982FF8A}" type="slidenum">
              <a:t>&lt;#&gt;</a:t>
            </a:fld>
          </a:p>
        </p:txBody>
      </p:sp>
      <p:sp>
        <p:nvSpPr>
          <p:cNvPr id="8" name="PlaceHolder 7"/>
          <p:cNvSpPr>
            <a:spLocks noGrp="1"/>
          </p:cNvSpPr>
          <p:nvPr>
            <p:ph type="dt" idx="1"/>
          </p:nvPr>
        </p:nvSpPr>
        <p:spPr/>
        <p:txBody>
          <a:bodyPr/>
          <a:p>
            <a:r>
              <a:rPr lang="ru-RU"/>
              <a:t/>
            </a:r>
          </a:p>
        </p:txBody>
      </p:sp>
    </p:spTree>
  </p:cSld>
</p:sldLayout>
</file>

<file path=ppt/slideLayouts/slideLayout5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94"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95"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96"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297" name="PlaceHolder 4"/>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6" name="PlaceHolder 5"/>
          <p:cNvSpPr>
            <a:spLocks noGrp="1"/>
          </p:cNvSpPr>
          <p:nvPr>
            <p:ph type="ftr" idx="2"/>
          </p:nvPr>
        </p:nvSpPr>
        <p:spPr/>
        <p:txBody>
          <a:bodyPr/>
          <a:p>
            <a:r>
              <a:t>Footer</a:t>
            </a:r>
          </a:p>
        </p:txBody>
      </p:sp>
      <p:sp>
        <p:nvSpPr>
          <p:cNvPr id="7" name="PlaceHolder 6"/>
          <p:cNvSpPr>
            <a:spLocks noGrp="1"/>
          </p:cNvSpPr>
          <p:nvPr>
            <p:ph type="sldNum" idx="3"/>
          </p:nvPr>
        </p:nvSpPr>
        <p:spPr/>
        <p:txBody>
          <a:bodyPr/>
          <a:p>
            <a:fld id="{A8B5E578-B9F9-494D-A2F1-8689F9FBBE6E}" type="slidenum">
              <a:t>&lt;#&gt;</a:t>
            </a:fld>
          </a:p>
        </p:txBody>
      </p:sp>
      <p:sp>
        <p:nvSpPr>
          <p:cNvPr id="8" name="PlaceHolder 7"/>
          <p:cNvSpPr>
            <a:spLocks noGrp="1"/>
          </p:cNvSpPr>
          <p:nvPr>
            <p:ph type="dt" idx="1"/>
          </p:nvPr>
        </p:nvSpPr>
        <p:spPr/>
        <p:txBody>
          <a:bodyPr/>
          <a:p>
            <a:r>
              <a:rPr lang="ru-RU"/>
              <a:t/>
            </a:r>
          </a:p>
        </p:txBody>
      </p:sp>
    </p:spTree>
  </p:cSld>
</p:sldLayout>
</file>

<file path=ppt/slideLayouts/slideLayout5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98"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299" name="PlaceHolder 2"/>
          <p:cNvSpPr>
            <a:spLocks noGrp="1"/>
          </p:cNvSpPr>
          <p:nvPr>
            <p:ph/>
          </p:nvPr>
        </p:nvSpPr>
        <p:spPr>
          <a:xfrm>
            <a:off x="504000" y="132300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00" name="PlaceHolder 3"/>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5" name="PlaceHolder 4"/>
          <p:cNvSpPr>
            <a:spLocks noGrp="1"/>
          </p:cNvSpPr>
          <p:nvPr>
            <p:ph type="ftr" idx="2"/>
          </p:nvPr>
        </p:nvSpPr>
        <p:spPr/>
        <p:txBody>
          <a:bodyPr/>
          <a:p>
            <a:r>
              <a:t>Footer</a:t>
            </a:r>
          </a:p>
        </p:txBody>
      </p:sp>
      <p:sp>
        <p:nvSpPr>
          <p:cNvPr id="6" name="PlaceHolder 5"/>
          <p:cNvSpPr>
            <a:spLocks noGrp="1"/>
          </p:cNvSpPr>
          <p:nvPr>
            <p:ph type="sldNum" idx="3"/>
          </p:nvPr>
        </p:nvSpPr>
        <p:spPr/>
        <p:txBody>
          <a:bodyPr/>
          <a:p>
            <a:fld id="{3BDA43ED-F4A3-41C6-A40F-691D8A0065A2}" type="slidenum">
              <a:t>&lt;#&gt;</a:t>
            </a:fld>
          </a:p>
        </p:txBody>
      </p:sp>
      <p:sp>
        <p:nvSpPr>
          <p:cNvPr id="7" name="PlaceHolder 6"/>
          <p:cNvSpPr>
            <a:spLocks noGrp="1"/>
          </p:cNvSpPr>
          <p:nvPr>
            <p:ph type="dt" idx="1"/>
          </p:nvPr>
        </p:nvSpPr>
        <p:spPr/>
        <p:txBody>
          <a:bodyPr/>
          <a:p>
            <a:r>
              <a:rPr lang="ru-RU"/>
              <a:t/>
            </a:r>
          </a:p>
        </p:txBody>
      </p:sp>
    </p:spTree>
  </p:cSld>
</p:sldLayout>
</file>

<file path=ppt/slideLayouts/slideLayout5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01"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02"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03"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04"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05" name="PlaceHolder 5"/>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7" name="PlaceHolder 6"/>
          <p:cNvSpPr>
            <a:spLocks noGrp="1"/>
          </p:cNvSpPr>
          <p:nvPr>
            <p:ph type="ftr" idx="2"/>
          </p:nvPr>
        </p:nvSpPr>
        <p:spPr/>
        <p:txBody>
          <a:bodyPr/>
          <a:p>
            <a:r>
              <a:t>Footer</a:t>
            </a:r>
          </a:p>
        </p:txBody>
      </p:sp>
      <p:sp>
        <p:nvSpPr>
          <p:cNvPr id="8" name="PlaceHolder 7"/>
          <p:cNvSpPr>
            <a:spLocks noGrp="1"/>
          </p:cNvSpPr>
          <p:nvPr>
            <p:ph type="sldNum" idx="3"/>
          </p:nvPr>
        </p:nvSpPr>
        <p:spPr/>
        <p:txBody>
          <a:bodyPr/>
          <a:p>
            <a:fld id="{C90BD210-F5D1-47CC-9077-CB7B71371413}" type="slidenum">
              <a:t>&lt;#&gt;</a:t>
            </a:fld>
          </a:p>
        </p:txBody>
      </p:sp>
      <p:sp>
        <p:nvSpPr>
          <p:cNvPr id="9" name="PlaceHolder 8"/>
          <p:cNvSpPr>
            <a:spLocks noGrp="1"/>
          </p:cNvSpPr>
          <p:nvPr>
            <p:ph type="dt" idx="1"/>
          </p:nvPr>
        </p:nvSpPr>
        <p:spPr/>
        <p:txBody>
          <a:bodyPr/>
          <a:p>
            <a:r>
              <a:rPr lang="ru-RU"/>
              <a:t/>
            </a:r>
          </a:p>
        </p:txBody>
      </p:sp>
    </p:spTree>
  </p:cSld>
</p:sldLayout>
</file>

<file path=ppt/slideLayouts/slideLayout6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06"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07" name="PlaceHolder 2"/>
          <p:cNvSpPr>
            <a:spLocks noGrp="1"/>
          </p:cNvSpPr>
          <p:nvPr>
            <p:ph/>
          </p:nvPr>
        </p:nvSpPr>
        <p:spPr>
          <a:xfrm>
            <a:off x="5040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08" name="PlaceHolder 3"/>
          <p:cNvSpPr>
            <a:spLocks noGrp="1"/>
          </p:cNvSpPr>
          <p:nvPr>
            <p:ph/>
          </p:nvPr>
        </p:nvSpPr>
        <p:spPr>
          <a:xfrm>
            <a:off x="35712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09" name="PlaceHolder 4"/>
          <p:cNvSpPr>
            <a:spLocks noGrp="1"/>
          </p:cNvSpPr>
          <p:nvPr>
            <p:ph/>
          </p:nvPr>
        </p:nvSpPr>
        <p:spPr>
          <a:xfrm>
            <a:off x="663804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10" name="PlaceHolder 5"/>
          <p:cNvSpPr>
            <a:spLocks noGrp="1"/>
          </p:cNvSpPr>
          <p:nvPr>
            <p:ph/>
          </p:nvPr>
        </p:nvSpPr>
        <p:spPr>
          <a:xfrm>
            <a:off x="5040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11" name="PlaceHolder 6"/>
          <p:cNvSpPr>
            <a:spLocks noGrp="1"/>
          </p:cNvSpPr>
          <p:nvPr>
            <p:ph/>
          </p:nvPr>
        </p:nvSpPr>
        <p:spPr>
          <a:xfrm>
            <a:off x="35712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12" name="PlaceHolder 7"/>
          <p:cNvSpPr>
            <a:spLocks noGrp="1"/>
          </p:cNvSpPr>
          <p:nvPr>
            <p:ph/>
          </p:nvPr>
        </p:nvSpPr>
        <p:spPr>
          <a:xfrm>
            <a:off x="663804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9" name="PlaceHolder 8"/>
          <p:cNvSpPr>
            <a:spLocks noGrp="1"/>
          </p:cNvSpPr>
          <p:nvPr>
            <p:ph type="ftr" idx="2"/>
          </p:nvPr>
        </p:nvSpPr>
        <p:spPr/>
        <p:txBody>
          <a:bodyPr/>
          <a:p>
            <a:r>
              <a:t>Footer</a:t>
            </a:r>
          </a:p>
        </p:txBody>
      </p:sp>
      <p:sp>
        <p:nvSpPr>
          <p:cNvPr id="10" name="PlaceHolder 9"/>
          <p:cNvSpPr>
            <a:spLocks noGrp="1"/>
          </p:cNvSpPr>
          <p:nvPr>
            <p:ph type="sldNum" idx="3"/>
          </p:nvPr>
        </p:nvSpPr>
        <p:spPr/>
        <p:txBody>
          <a:bodyPr/>
          <a:p>
            <a:fld id="{CBF38883-7642-42EE-AA41-96982D05A152}" type="slidenum">
              <a:t>&lt;#&gt;</a:t>
            </a:fld>
          </a:p>
        </p:txBody>
      </p:sp>
      <p:sp>
        <p:nvSpPr>
          <p:cNvPr id="11" name="PlaceHolder 10"/>
          <p:cNvSpPr>
            <a:spLocks noGrp="1"/>
          </p:cNvSpPr>
          <p:nvPr>
            <p:ph type="dt" idx="1"/>
          </p:nvPr>
        </p:nvSpPr>
        <p:spPr/>
        <p:txBody>
          <a:bodyPr/>
          <a:p>
            <a:r>
              <a:rPr lang="ru-RU"/>
              <a:t/>
            </a:r>
          </a:p>
        </p:txBody>
      </p:sp>
    </p:spTree>
  </p:cSld>
</p:sldLayout>
</file>

<file path=ppt/slideLayouts/slideLayout6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5"/>
          </p:nvPr>
        </p:nvSpPr>
        <p:spPr/>
        <p:txBody>
          <a:bodyPr/>
          <a:p>
            <a:r>
              <a:t>Footer</a:t>
            </a:r>
          </a:p>
        </p:txBody>
      </p:sp>
      <p:sp>
        <p:nvSpPr>
          <p:cNvPr id="3" name="PlaceHolder 2"/>
          <p:cNvSpPr>
            <a:spLocks noGrp="1"/>
          </p:cNvSpPr>
          <p:nvPr>
            <p:ph type="sldNum" idx="6"/>
          </p:nvPr>
        </p:nvSpPr>
        <p:spPr/>
        <p:txBody>
          <a:bodyPr/>
          <a:p>
            <a:fld id="{A502CF44-ABBC-4F1D-86C0-CB49FDCE51E3}" type="slidenum">
              <a:t>&lt;#&gt;</a:t>
            </a:fld>
          </a:p>
        </p:txBody>
      </p:sp>
      <p:sp>
        <p:nvSpPr>
          <p:cNvPr id="4" name="PlaceHolder 3"/>
          <p:cNvSpPr>
            <a:spLocks noGrp="1"/>
          </p:cNvSpPr>
          <p:nvPr>
            <p:ph type="dt" idx="4"/>
          </p:nvPr>
        </p:nvSpPr>
        <p:spPr/>
        <p:txBody>
          <a:bodyPr/>
          <a:p>
            <a:r>
              <a:rPr lang="ru-RU"/>
              <a:t/>
            </a:r>
          </a:p>
        </p:txBody>
      </p:sp>
    </p:spTree>
  </p:cSld>
</p:sldLayout>
</file>

<file path=ppt/slideLayouts/slideLayout6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24"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25" name="PlaceHolder 2"/>
          <p:cNvSpPr>
            <a:spLocks noGrp="1"/>
          </p:cNvSpPr>
          <p:nvPr>
            <p:ph type="subTitle"/>
          </p:nvPr>
        </p:nvSpPr>
        <p:spPr>
          <a:xfrm>
            <a:off x="504000" y="1323000"/>
            <a:ext cx="9071640" cy="374148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CD611025-28CD-4D24-A0CE-71316F23C869}" type="slidenum">
              <a:t>&lt;#&gt;</a:t>
            </a:fld>
          </a:p>
        </p:txBody>
      </p:sp>
      <p:sp>
        <p:nvSpPr>
          <p:cNvPr id="6" name="PlaceHolder 5"/>
          <p:cNvSpPr>
            <a:spLocks noGrp="1"/>
          </p:cNvSpPr>
          <p:nvPr>
            <p:ph type="dt" idx="4"/>
          </p:nvPr>
        </p:nvSpPr>
        <p:spPr/>
        <p:txBody>
          <a:bodyPr/>
          <a:p>
            <a:r>
              <a:rPr lang="ru-RU"/>
              <a:t/>
            </a:r>
          </a:p>
        </p:txBody>
      </p:sp>
    </p:spTree>
  </p:cSld>
</p:sldLayout>
</file>

<file path=ppt/slideLayouts/slideLayout6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26"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27" name="PlaceHolder 2"/>
          <p:cNvSpPr>
            <a:spLocks noGrp="1"/>
          </p:cNvSpPr>
          <p:nvPr>
            <p:ph/>
          </p:nvPr>
        </p:nvSpPr>
        <p:spPr>
          <a:xfrm>
            <a:off x="504000" y="1323000"/>
            <a:ext cx="907164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4" name="PlaceHolder 3"/>
          <p:cNvSpPr>
            <a:spLocks noGrp="1"/>
          </p:cNvSpPr>
          <p:nvPr>
            <p:ph type="ftr" idx="5"/>
          </p:nvPr>
        </p:nvSpPr>
        <p:spPr/>
        <p:txBody>
          <a:bodyPr/>
          <a:p>
            <a:r>
              <a:t>Footer</a:t>
            </a:r>
          </a:p>
        </p:txBody>
      </p:sp>
      <p:sp>
        <p:nvSpPr>
          <p:cNvPr id="5" name="PlaceHolder 4"/>
          <p:cNvSpPr>
            <a:spLocks noGrp="1"/>
          </p:cNvSpPr>
          <p:nvPr>
            <p:ph type="sldNum" idx="6"/>
          </p:nvPr>
        </p:nvSpPr>
        <p:spPr/>
        <p:txBody>
          <a:bodyPr/>
          <a:p>
            <a:fld id="{8E12FBAA-D4C8-4517-A9A6-3365A055F4F4}" type="slidenum">
              <a:t>&lt;#&gt;</a:t>
            </a:fld>
          </a:p>
        </p:txBody>
      </p:sp>
      <p:sp>
        <p:nvSpPr>
          <p:cNvPr id="6" name="PlaceHolder 5"/>
          <p:cNvSpPr>
            <a:spLocks noGrp="1"/>
          </p:cNvSpPr>
          <p:nvPr>
            <p:ph type="dt" idx="4"/>
          </p:nvPr>
        </p:nvSpPr>
        <p:spPr/>
        <p:txBody>
          <a:bodyPr/>
          <a:p>
            <a:r>
              <a:rPr lang="ru-RU"/>
              <a:t/>
            </a:r>
          </a:p>
        </p:txBody>
      </p:sp>
    </p:spTree>
  </p:cSld>
</p:sldLayout>
</file>

<file path=ppt/slideLayouts/slideLayout6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28"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29"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30"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E95FA0A6-3B4F-4235-BFA4-87E33848C513}" type="slidenum">
              <a:t>&lt;#&gt;</a:t>
            </a:fld>
          </a:p>
        </p:txBody>
      </p:sp>
      <p:sp>
        <p:nvSpPr>
          <p:cNvPr id="7" name="PlaceHolder 6"/>
          <p:cNvSpPr>
            <a:spLocks noGrp="1"/>
          </p:cNvSpPr>
          <p:nvPr>
            <p:ph type="dt" idx="4"/>
          </p:nvPr>
        </p:nvSpPr>
        <p:spPr/>
        <p:txBody>
          <a:bodyPr/>
          <a:p>
            <a:r>
              <a:rPr lang="ru-RU"/>
              <a:t/>
            </a:r>
          </a:p>
        </p:txBody>
      </p:sp>
    </p:spTree>
  </p:cSld>
</p:sldLayout>
</file>

<file path=ppt/slideLayouts/slideLayout6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31"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56C60C59-868C-404A-942E-6BE446708522}" type="slidenum">
              <a:t>&lt;#&gt;</a:t>
            </a:fld>
          </a:p>
        </p:txBody>
      </p:sp>
      <p:sp>
        <p:nvSpPr>
          <p:cNvPr id="5" name="PlaceHolder 4"/>
          <p:cNvSpPr>
            <a:spLocks noGrp="1"/>
          </p:cNvSpPr>
          <p:nvPr>
            <p:ph type="dt" idx="4"/>
          </p:nvPr>
        </p:nvSpPr>
        <p:spPr/>
        <p:txBody>
          <a:bodyPr/>
          <a:p>
            <a:r>
              <a:rPr lang="ru-RU"/>
              <a:t/>
            </a:r>
          </a:p>
        </p:txBody>
      </p:sp>
    </p:spTree>
  </p:cSld>
</p:sldLayout>
</file>

<file path=ppt/slideLayouts/slideLayout6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32" name="PlaceHolder 1"/>
          <p:cNvSpPr>
            <a:spLocks noGrp="1"/>
          </p:cNvSpPr>
          <p:nvPr>
            <p:ph type="subTitle"/>
          </p:nvPr>
        </p:nvSpPr>
        <p:spPr>
          <a:xfrm>
            <a:off x="504000" y="226800"/>
            <a:ext cx="9071640" cy="438012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3" name="PlaceHolder 2"/>
          <p:cNvSpPr>
            <a:spLocks noGrp="1"/>
          </p:cNvSpPr>
          <p:nvPr>
            <p:ph type="ftr" idx="5"/>
          </p:nvPr>
        </p:nvSpPr>
        <p:spPr/>
        <p:txBody>
          <a:bodyPr/>
          <a:p>
            <a:r>
              <a:t>Footer</a:t>
            </a:r>
          </a:p>
        </p:txBody>
      </p:sp>
      <p:sp>
        <p:nvSpPr>
          <p:cNvPr id="4" name="PlaceHolder 3"/>
          <p:cNvSpPr>
            <a:spLocks noGrp="1"/>
          </p:cNvSpPr>
          <p:nvPr>
            <p:ph type="sldNum" idx="6"/>
          </p:nvPr>
        </p:nvSpPr>
        <p:spPr/>
        <p:txBody>
          <a:bodyPr/>
          <a:p>
            <a:fld id="{3B622BB7-F245-4C6B-B716-ED388BB3BB77}" type="slidenum">
              <a:t>&lt;#&gt;</a:t>
            </a:fld>
          </a:p>
        </p:txBody>
      </p:sp>
      <p:sp>
        <p:nvSpPr>
          <p:cNvPr id="5" name="PlaceHolder 4"/>
          <p:cNvSpPr>
            <a:spLocks noGrp="1"/>
          </p:cNvSpPr>
          <p:nvPr>
            <p:ph type="dt" idx="4"/>
          </p:nvPr>
        </p:nvSpPr>
        <p:spPr/>
        <p:txBody>
          <a:bodyPr/>
          <a:p>
            <a:r>
              <a:rPr lang="ru-RU"/>
              <a:t/>
            </a:r>
          </a:p>
        </p:txBody>
      </p:sp>
    </p:spTree>
  </p:cSld>
</p:sldLayout>
</file>

<file path=ppt/slideLayouts/slideLayout6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33"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34"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35"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36"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1BD31385-A2A0-4A87-97F9-F576F16E9E76}" type="slidenum">
              <a:t>&lt;#&gt;</a:t>
            </a:fld>
          </a:p>
        </p:txBody>
      </p:sp>
      <p:sp>
        <p:nvSpPr>
          <p:cNvPr id="8" name="PlaceHolder 7"/>
          <p:cNvSpPr>
            <a:spLocks noGrp="1"/>
          </p:cNvSpPr>
          <p:nvPr>
            <p:ph type="dt" idx="4"/>
          </p:nvPr>
        </p:nvSpPr>
        <p:spPr/>
        <p:txBody>
          <a:bodyPr/>
          <a:p>
            <a:r>
              <a:rPr lang="ru-RU"/>
              <a:t/>
            </a:r>
          </a:p>
        </p:txBody>
      </p:sp>
    </p:spTree>
  </p:cSld>
</p:sldLayout>
</file>

<file path=ppt/slideLayouts/slideLayout6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37"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38"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39"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40" name="PlaceHolder 4"/>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BC275EDD-A7DE-470A-A977-10FE7BCFA84C}" type="slidenum">
              <a:t>&lt;#&gt;</a:t>
            </a:fld>
          </a:p>
        </p:txBody>
      </p:sp>
      <p:sp>
        <p:nvSpPr>
          <p:cNvPr id="8" name="PlaceHolder 7"/>
          <p:cNvSpPr>
            <a:spLocks noGrp="1"/>
          </p:cNvSpPr>
          <p:nvPr>
            <p:ph type="dt" idx="4"/>
          </p:nvPr>
        </p:nvSpPr>
        <p:spPr/>
        <p:txBody>
          <a:bodyPr/>
          <a:p>
            <a:r>
              <a:rPr lang="ru-RU"/>
              <a:t/>
            </a:r>
          </a:p>
        </p:txBody>
      </p:sp>
    </p:spTree>
  </p:cSld>
</p:sldLayout>
</file>

<file path=ppt/slideLayouts/slideLayout6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41"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42"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43"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44" name="PlaceHolder 4"/>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6" name="PlaceHolder 5"/>
          <p:cNvSpPr>
            <a:spLocks noGrp="1"/>
          </p:cNvSpPr>
          <p:nvPr>
            <p:ph type="ftr" idx="5"/>
          </p:nvPr>
        </p:nvSpPr>
        <p:spPr/>
        <p:txBody>
          <a:bodyPr/>
          <a:p>
            <a:r>
              <a:t>Footer</a:t>
            </a:r>
          </a:p>
        </p:txBody>
      </p:sp>
      <p:sp>
        <p:nvSpPr>
          <p:cNvPr id="7" name="PlaceHolder 6"/>
          <p:cNvSpPr>
            <a:spLocks noGrp="1"/>
          </p:cNvSpPr>
          <p:nvPr>
            <p:ph type="sldNum" idx="6"/>
          </p:nvPr>
        </p:nvSpPr>
        <p:spPr/>
        <p:txBody>
          <a:bodyPr/>
          <a:p>
            <a:fld id="{F63B2B70-9519-45E0-A8F9-9B3DE039BE72}" type="slidenum">
              <a:t>&lt;#&gt;</a:t>
            </a:fld>
          </a:p>
        </p:txBody>
      </p:sp>
      <p:sp>
        <p:nvSpPr>
          <p:cNvPr id="8" name="PlaceHolder 7"/>
          <p:cNvSpPr>
            <a:spLocks noGrp="1"/>
          </p:cNvSpPr>
          <p:nvPr>
            <p:ph type="dt" idx="4"/>
          </p:nvPr>
        </p:nvSpPr>
        <p:spPr/>
        <p:txBody>
          <a:bodyPr/>
          <a:p>
            <a:r>
              <a:rPr lang="ru-RU"/>
              <a:t/>
            </a:r>
          </a:p>
        </p:txBody>
      </p:sp>
    </p:spTree>
  </p:cSld>
</p:sldLayout>
</file>

<file path=ppt/slideLayouts/slideLayout7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45"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46" name="PlaceHolder 2"/>
          <p:cNvSpPr>
            <a:spLocks noGrp="1"/>
          </p:cNvSpPr>
          <p:nvPr>
            <p:ph/>
          </p:nvPr>
        </p:nvSpPr>
        <p:spPr>
          <a:xfrm>
            <a:off x="504000" y="132300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47" name="PlaceHolder 3"/>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5" name="PlaceHolder 4"/>
          <p:cNvSpPr>
            <a:spLocks noGrp="1"/>
          </p:cNvSpPr>
          <p:nvPr>
            <p:ph type="ftr" idx="5"/>
          </p:nvPr>
        </p:nvSpPr>
        <p:spPr/>
        <p:txBody>
          <a:bodyPr/>
          <a:p>
            <a:r>
              <a:t>Footer</a:t>
            </a:r>
          </a:p>
        </p:txBody>
      </p:sp>
      <p:sp>
        <p:nvSpPr>
          <p:cNvPr id="6" name="PlaceHolder 5"/>
          <p:cNvSpPr>
            <a:spLocks noGrp="1"/>
          </p:cNvSpPr>
          <p:nvPr>
            <p:ph type="sldNum" idx="6"/>
          </p:nvPr>
        </p:nvSpPr>
        <p:spPr/>
        <p:txBody>
          <a:bodyPr/>
          <a:p>
            <a:fld id="{763B09EF-7B9F-4711-A575-AC51F77C679F}" type="slidenum">
              <a:t>&lt;#&gt;</a:t>
            </a:fld>
          </a:p>
        </p:txBody>
      </p:sp>
      <p:sp>
        <p:nvSpPr>
          <p:cNvPr id="7" name="PlaceHolder 6"/>
          <p:cNvSpPr>
            <a:spLocks noGrp="1"/>
          </p:cNvSpPr>
          <p:nvPr>
            <p:ph type="dt" idx="4"/>
          </p:nvPr>
        </p:nvSpPr>
        <p:spPr/>
        <p:txBody>
          <a:bodyPr/>
          <a:p>
            <a:r>
              <a:rPr lang="ru-RU"/>
              <a:t/>
            </a:r>
          </a:p>
        </p:txBody>
      </p:sp>
    </p:spTree>
  </p:cSld>
</p:sldLayout>
</file>

<file path=ppt/slideLayouts/slideLayout7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48"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49"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50"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51"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52" name="PlaceHolder 5"/>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7" name="PlaceHolder 6"/>
          <p:cNvSpPr>
            <a:spLocks noGrp="1"/>
          </p:cNvSpPr>
          <p:nvPr>
            <p:ph type="ftr" idx="5"/>
          </p:nvPr>
        </p:nvSpPr>
        <p:spPr/>
        <p:txBody>
          <a:bodyPr/>
          <a:p>
            <a:r>
              <a:t>Footer</a:t>
            </a:r>
          </a:p>
        </p:txBody>
      </p:sp>
      <p:sp>
        <p:nvSpPr>
          <p:cNvPr id="8" name="PlaceHolder 7"/>
          <p:cNvSpPr>
            <a:spLocks noGrp="1"/>
          </p:cNvSpPr>
          <p:nvPr>
            <p:ph type="sldNum" idx="6"/>
          </p:nvPr>
        </p:nvSpPr>
        <p:spPr/>
        <p:txBody>
          <a:bodyPr/>
          <a:p>
            <a:fld id="{6412E701-7908-4A58-86E7-E8F040B63E16}" type="slidenum">
              <a:t>&lt;#&gt;</a:t>
            </a:fld>
          </a:p>
        </p:txBody>
      </p:sp>
      <p:sp>
        <p:nvSpPr>
          <p:cNvPr id="9" name="PlaceHolder 8"/>
          <p:cNvSpPr>
            <a:spLocks noGrp="1"/>
          </p:cNvSpPr>
          <p:nvPr>
            <p:ph type="dt" idx="4"/>
          </p:nvPr>
        </p:nvSpPr>
        <p:spPr/>
        <p:txBody>
          <a:bodyPr/>
          <a:p>
            <a:r>
              <a:rPr lang="ru-RU"/>
              <a:t/>
            </a:r>
          </a:p>
        </p:txBody>
      </p:sp>
    </p:spTree>
  </p:cSld>
</p:sldLayout>
</file>

<file path=ppt/slideLayouts/slideLayout7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53"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54" name="PlaceHolder 2"/>
          <p:cNvSpPr>
            <a:spLocks noGrp="1"/>
          </p:cNvSpPr>
          <p:nvPr>
            <p:ph/>
          </p:nvPr>
        </p:nvSpPr>
        <p:spPr>
          <a:xfrm>
            <a:off x="5040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55" name="PlaceHolder 3"/>
          <p:cNvSpPr>
            <a:spLocks noGrp="1"/>
          </p:cNvSpPr>
          <p:nvPr>
            <p:ph/>
          </p:nvPr>
        </p:nvSpPr>
        <p:spPr>
          <a:xfrm>
            <a:off x="35712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56" name="PlaceHolder 4"/>
          <p:cNvSpPr>
            <a:spLocks noGrp="1"/>
          </p:cNvSpPr>
          <p:nvPr>
            <p:ph/>
          </p:nvPr>
        </p:nvSpPr>
        <p:spPr>
          <a:xfrm>
            <a:off x="663804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57" name="PlaceHolder 5"/>
          <p:cNvSpPr>
            <a:spLocks noGrp="1"/>
          </p:cNvSpPr>
          <p:nvPr>
            <p:ph/>
          </p:nvPr>
        </p:nvSpPr>
        <p:spPr>
          <a:xfrm>
            <a:off x="5040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58" name="PlaceHolder 6"/>
          <p:cNvSpPr>
            <a:spLocks noGrp="1"/>
          </p:cNvSpPr>
          <p:nvPr>
            <p:ph/>
          </p:nvPr>
        </p:nvSpPr>
        <p:spPr>
          <a:xfrm>
            <a:off x="35712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59" name="PlaceHolder 7"/>
          <p:cNvSpPr>
            <a:spLocks noGrp="1"/>
          </p:cNvSpPr>
          <p:nvPr>
            <p:ph/>
          </p:nvPr>
        </p:nvSpPr>
        <p:spPr>
          <a:xfrm>
            <a:off x="663804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9" name="PlaceHolder 8"/>
          <p:cNvSpPr>
            <a:spLocks noGrp="1"/>
          </p:cNvSpPr>
          <p:nvPr>
            <p:ph type="ftr" idx="5"/>
          </p:nvPr>
        </p:nvSpPr>
        <p:spPr/>
        <p:txBody>
          <a:bodyPr/>
          <a:p>
            <a:r>
              <a:t>Footer</a:t>
            </a:r>
          </a:p>
        </p:txBody>
      </p:sp>
      <p:sp>
        <p:nvSpPr>
          <p:cNvPr id="10" name="PlaceHolder 9"/>
          <p:cNvSpPr>
            <a:spLocks noGrp="1"/>
          </p:cNvSpPr>
          <p:nvPr>
            <p:ph type="sldNum" idx="6"/>
          </p:nvPr>
        </p:nvSpPr>
        <p:spPr/>
        <p:txBody>
          <a:bodyPr/>
          <a:p>
            <a:fld id="{9FC4EDB4-C1C5-4376-BE4D-9D39BC031F0C}" type="slidenum">
              <a:t>&lt;#&gt;</a:t>
            </a:fld>
          </a:p>
        </p:txBody>
      </p:sp>
      <p:sp>
        <p:nvSpPr>
          <p:cNvPr id="11" name="PlaceHolder 10"/>
          <p:cNvSpPr>
            <a:spLocks noGrp="1"/>
          </p:cNvSpPr>
          <p:nvPr>
            <p:ph type="dt" idx="4"/>
          </p:nvPr>
        </p:nvSpPr>
        <p:spPr/>
        <p:txBody>
          <a:bodyPr/>
          <a:p>
            <a:r>
              <a:rPr lang="ru-RU"/>
              <a:t/>
            </a:r>
          </a:p>
        </p:txBody>
      </p:sp>
    </p:spTree>
  </p:cSld>
</p:sldLayout>
</file>

<file path=ppt/slideLayouts/slideLayout7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8"/>
          </p:nvPr>
        </p:nvSpPr>
        <p:spPr/>
        <p:txBody>
          <a:bodyPr/>
          <a:p>
            <a:r>
              <a:t>Footer</a:t>
            </a:r>
          </a:p>
        </p:txBody>
      </p:sp>
      <p:sp>
        <p:nvSpPr>
          <p:cNvPr id="3" name="PlaceHolder 2"/>
          <p:cNvSpPr>
            <a:spLocks noGrp="1"/>
          </p:cNvSpPr>
          <p:nvPr>
            <p:ph type="sldNum" idx="9"/>
          </p:nvPr>
        </p:nvSpPr>
        <p:spPr/>
        <p:txBody>
          <a:bodyPr/>
          <a:p>
            <a:fld id="{26FC0009-1D57-4C33-B0A0-FFD8B422B228}" type="slidenum">
              <a:t>&lt;#&gt;</a:t>
            </a:fld>
          </a:p>
        </p:txBody>
      </p:sp>
      <p:sp>
        <p:nvSpPr>
          <p:cNvPr id="4" name="PlaceHolder 3"/>
          <p:cNvSpPr>
            <a:spLocks noGrp="1"/>
          </p:cNvSpPr>
          <p:nvPr>
            <p:ph type="dt" idx="7"/>
          </p:nvPr>
        </p:nvSpPr>
        <p:spPr/>
        <p:txBody>
          <a:bodyPr/>
          <a:p>
            <a:r>
              <a:rPr lang="ru-RU"/>
              <a:t/>
            </a:r>
          </a:p>
        </p:txBody>
      </p:sp>
    </p:spTree>
  </p:cSld>
</p:sldLayout>
</file>

<file path=ppt/slideLayouts/slideLayout7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365"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66" name="PlaceHolder 2"/>
          <p:cNvSpPr>
            <a:spLocks noGrp="1"/>
          </p:cNvSpPr>
          <p:nvPr>
            <p:ph type="subTitle"/>
          </p:nvPr>
        </p:nvSpPr>
        <p:spPr>
          <a:xfrm>
            <a:off x="504000" y="1323000"/>
            <a:ext cx="9071640" cy="374148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C8AED077-DA67-4199-850C-D9576E7DC7ED}" type="slidenum">
              <a:t>&lt;#&gt;</a:t>
            </a:fld>
          </a:p>
        </p:txBody>
      </p:sp>
      <p:sp>
        <p:nvSpPr>
          <p:cNvPr id="6" name="PlaceHolder 5"/>
          <p:cNvSpPr>
            <a:spLocks noGrp="1"/>
          </p:cNvSpPr>
          <p:nvPr>
            <p:ph type="dt" idx="7"/>
          </p:nvPr>
        </p:nvSpPr>
        <p:spPr/>
        <p:txBody>
          <a:bodyPr/>
          <a:p>
            <a:r>
              <a:rPr lang="ru-RU"/>
              <a:t/>
            </a:r>
          </a:p>
        </p:txBody>
      </p:sp>
    </p:spTree>
  </p:cSld>
</p:sldLayout>
</file>

<file path=ppt/slideLayouts/slideLayout7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367"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68" name="PlaceHolder 2"/>
          <p:cNvSpPr>
            <a:spLocks noGrp="1"/>
          </p:cNvSpPr>
          <p:nvPr>
            <p:ph/>
          </p:nvPr>
        </p:nvSpPr>
        <p:spPr>
          <a:xfrm>
            <a:off x="504000" y="1323000"/>
            <a:ext cx="907164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4" name="PlaceHolder 3"/>
          <p:cNvSpPr>
            <a:spLocks noGrp="1"/>
          </p:cNvSpPr>
          <p:nvPr>
            <p:ph type="ftr" idx="8"/>
          </p:nvPr>
        </p:nvSpPr>
        <p:spPr/>
        <p:txBody>
          <a:bodyPr/>
          <a:p>
            <a:r>
              <a:t>Footer</a:t>
            </a:r>
          </a:p>
        </p:txBody>
      </p:sp>
      <p:sp>
        <p:nvSpPr>
          <p:cNvPr id="5" name="PlaceHolder 4"/>
          <p:cNvSpPr>
            <a:spLocks noGrp="1"/>
          </p:cNvSpPr>
          <p:nvPr>
            <p:ph type="sldNum" idx="9"/>
          </p:nvPr>
        </p:nvSpPr>
        <p:spPr/>
        <p:txBody>
          <a:bodyPr/>
          <a:p>
            <a:fld id="{BEB59BA1-7562-4BC6-A087-ECE7A72992EE}" type="slidenum">
              <a:t>&lt;#&gt;</a:t>
            </a:fld>
          </a:p>
        </p:txBody>
      </p:sp>
      <p:sp>
        <p:nvSpPr>
          <p:cNvPr id="6" name="PlaceHolder 5"/>
          <p:cNvSpPr>
            <a:spLocks noGrp="1"/>
          </p:cNvSpPr>
          <p:nvPr>
            <p:ph type="dt" idx="7"/>
          </p:nvPr>
        </p:nvSpPr>
        <p:spPr/>
        <p:txBody>
          <a:bodyPr/>
          <a:p>
            <a:r>
              <a:rPr lang="ru-RU"/>
              <a:t/>
            </a:r>
          </a:p>
        </p:txBody>
      </p:sp>
    </p:spTree>
  </p:cSld>
</p:sldLayout>
</file>

<file path=ppt/slideLayouts/slideLayout7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369"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70"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71"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8F2ED1C6-9689-478A-BF01-9E8B4E7F5CA4}" type="slidenum">
              <a:t>&lt;#&gt;</a:t>
            </a:fld>
          </a:p>
        </p:txBody>
      </p:sp>
      <p:sp>
        <p:nvSpPr>
          <p:cNvPr id="7" name="PlaceHolder 6"/>
          <p:cNvSpPr>
            <a:spLocks noGrp="1"/>
          </p:cNvSpPr>
          <p:nvPr>
            <p:ph type="dt" idx="7"/>
          </p:nvPr>
        </p:nvSpPr>
        <p:spPr/>
        <p:txBody>
          <a:bodyPr/>
          <a:p>
            <a:r>
              <a:rPr lang="ru-RU"/>
              <a:t/>
            </a:r>
          </a:p>
        </p:txBody>
      </p:sp>
    </p:spTree>
  </p:cSld>
</p:sldLayout>
</file>

<file path=ppt/slideLayouts/slideLayout7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372"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7DD540CD-7746-4CEB-99B8-D89C13A4454C}" type="slidenum">
              <a:t>&lt;#&gt;</a:t>
            </a:fld>
          </a:p>
        </p:txBody>
      </p:sp>
      <p:sp>
        <p:nvSpPr>
          <p:cNvPr id="5" name="PlaceHolder 4"/>
          <p:cNvSpPr>
            <a:spLocks noGrp="1"/>
          </p:cNvSpPr>
          <p:nvPr>
            <p:ph type="dt" idx="7"/>
          </p:nvPr>
        </p:nvSpPr>
        <p:spPr/>
        <p:txBody>
          <a:bodyPr/>
          <a:p>
            <a:r>
              <a:rPr lang="ru-RU"/>
              <a:t/>
            </a:r>
          </a:p>
        </p:txBody>
      </p:sp>
    </p:spTree>
  </p:cSld>
</p:sldLayout>
</file>

<file path=ppt/slideLayouts/slideLayout7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373" name="PlaceHolder 1"/>
          <p:cNvSpPr>
            <a:spLocks noGrp="1"/>
          </p:cNvSpPr>
          <p:nvPr>
            <p:ph type="subTitle"/>
          </p:nvPr>
        </p:nvSpPr>
        <p:spPr>
          <a:xfrm>
            <a:off x="504000" y="226800"/>
            <a:ext cx="9071640" cy="4380120"/>
          </a:xfrm>
          <a:prstGeom prst="rect">
            <a:avLst/>
          </a:prstGeom>
          <a:noFill/>
          <a:ln w="0">
            <a:noFill/>
          </a:ln>
        </p:spPr>
        <p:txBody>
          <a:bodyPr lIns="0" rIns="0" tIns="0" bIns="0" anchor="ctr">
            <a:noAutofit/>
          </a:bodyPr>
          <a:p>
            <a:pPr algn="ctr">
              <a:buNone/>
            </a:pPr>
            <a:endParaRPr b="0" lang="ru-RU" sz="3200" spc="-1" strike="noStrike">
              <a:latin typeface="Arial"/>
            </a:endParaRPr>
          </a:p>
        </p:txBody>
      </p:sp>
      <p:sp>
        <p:nvSpPr>
          <p:cNvPr id="3" name="PlaceHolder 2"/>
          <p:cNvSpPr>
            <a:spLocks noGrp="1"/>
          </p:cNvSpPr>
          <p:nvPr>
            <p:ph type="ftr" idx="8"/>
          </p:nvPr>
        </p:nvSpPr>
        <p:spPr/>
        <p:txBody>
          <a:bodyPr/>
          <a:p>
            <a:r>
              <a:t>Footer</a:t>
            </a:r>
          </a:p>
        </p:txBody>
      </p:sp>
      <p:sp>
        <p:nvSpPr>
          <p:cNvPr id="4" name="PlaceHolder 3"/>
          <p:cNvSpPr>
            <a:spLocks noGrp="1"/>
          </p:cNvSpPr>
          <p:nvPr>
            <p:ph type="sldNum" idx="9"/>
          </p:nvPr>
        </p:nvSpPr>
        <p:spPr/>
        <p:txBody>
          <a:bodyPr/>
          <a:p>
            <a:fld id="{A323A39E-BE39-42C8-85B2-9CED94699F47}" type="slidenum">
              <a:t>&lt;#&gt;</a:t>
            </a:fld>
          </a:p>
        </p:txBody>
      </p:sp>
      <p:sp>
        <p:nvSpPr>
          <p:cNvPr id="5" name="PlaceHolder 4"/>
          <p:cNvSpPr>
            <a:spLocks noGrp="1"/>
          </p:cNvSpPr>
          <p:nvPr>
            <p:ph type="dt" idx="7"/>
          </p:nvPr>
        </p:nvSpPr>
        <p:spPr/>
        <p:txBody>
          <a:bodyPr/>
          <a:p>
            <a:r>
              <a:rPr lang="ru-RU"/>
              <a:t/>
            </a:r>
          </a:p>
        </p:txBody>
      </p:sp>
    </p:spTree>
  </p:cSld>
</p:sldLayout>
</file>

<file path=ppt/slideLayouts/slideLayout7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374"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75"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76" name="PlaceHolder 3"/>
          <p:cNvSpPr>
            <a:spLocks noGrp="1"/>
          </p:cNvSpPr>
          <p:nvPr>
            <p:ph/>
          </p:nvPr>
        </p:nvSpPr>
        <p:spPr>
          <a:xfrm>
            <a:off x="515268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77"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D44F2A11-920C-404D-8CEA-FF3ABA531663}" type="slidenum">
              <a:t>&lt;#&gt;</a:t>
            </a:fld>
          </a:p>
        </p:txBody>
      </p:sp>
      <p:sp>
        <p:nvSpPr>
          <p:cNvPr id="8" name="PlaceHolder 7"/>
          <p:cNvSpPr>
            <a:spLocks noGrp="1"/>
          </p:cNvSpPr>
          <p:nvPr>
            <p:ph type="dt" idx="7"/>
          </p:nvPr>
        </p:nvSpPr>
        <p:spPr/>
        <p:txBody>
          <a:bodyPr/>
          <a:p>
            <a:r>
              <a:rPr lang="ru-RU"/>
              <a:t/>
            </a:r>
          </a:p>
        </p:txBody>
      </p:sp>
    </p:spTree>
  </p:cSld>
</p:sldLayout>
</file>

<file path=ppt/slideLayouts/slideLayout8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378"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79" name="PlaceHolder 2"/>
          <p:cNvSpPr>
            <a:spLocks noGrp="1"/>
          </p:cNvSpPr>
          <p:nvPr>
            <p:ph/>
          </p:nvPr>
        </p:nvSpPr>
        <p:spPr>
          <a:xfrm>
            <a:off x="504000" y="1323000"/>
            <a:ext cx="4426920" cy="374148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80"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81" name="PlaceHolder 4"/>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8AFC1AA4-7669-46C7-B705-558C28C0039B}" type="slidenum">
              <a:t>&lt;#&gt;</a:t>
            </a:fld>
          </a:p>
        </p:txBody>
      </p:sp>
      <p:sp>
        <p:nvSpPr>
          <p:cNvPr id="8" name="PlaceHolder 7"/>
          <p:cNvSpPr>
            <a:spLocks noGrp="1"/>
          </p:cNvSpPr>
          <p:nvPr>
            <p:ph type="dt" idx="7"/>
          </p:nvPr>
        </p:nvSpPr>
        <p:spPr/>
        <p:txBody>
          <a:bodyPr/>
          <a:p>
            <a:r>
              <a:rPr lang="ru-RU"/>
              <a:t/>
            </a:r>
          </a:p>
        </p:txBody>
      </p:sp>
    </p:spTree>
  </p:cSld>
</p:sldLayout>
</file>

<file path=ppt/slideLayouts/slideLayout8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382"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83"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84"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85" name="PlaceHolder 4"/>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6" name="PlaceHolder 5"/>
          <p:cNvSpPr>
            <a:spLocks noGrp="1"/>
          </p:cNvSpPr>
          <p:nvPr>
            <p:ph type="ftr" idx="8"/>
          </p:nvPr>
        </p:nvSpPr>
        <p:spPr/>
        <p:txBody>
          <a:bodyPr/>
          <a:p>
            <a:r>
              <a:t>Footer</a:t>
            </a:r>
          </a:p>
        </p:txBody>
      </p:sp>
      <p:sp>
        <p:nvSpPr>
          <p:cNvPr id="7" name="PlaceHolder 6"/>
          <p:cNvSpPr>
            <a:spLocks noGrp="1"/>
          </p:cNvSpPr>
          <p:nvPr>
            <p:ph type="sldNum" idx="9"/>
          </p:nvPr>
        </p:nvSpPr>
        <p:spPr/>
        <p:txBody>
          <a:bodyPr/>
          <a:p>
            <a:fld id="{B801BA97-C3A8-4999-A49C-21B49D423730}" type="slidenum">
              <a:t>&lt;#&gt;</a:t>
            </a:fld>
          </a:p>
        </p:txBody>
      </p:sp>
      <p:sp>
        <p:nvSpPr>
          <p:cNvPr id="8" name="PlaceHolder 7"/>
          <p:cNvSpPr>
            <a:spLocks noGrp="1"/>
          </p:cNvSpPr>
          <p:nvPr>
            <p:ph type="dt" idx="7"/>
          </p:nvPr>
        </p:nvSpPr>
        <p:spPr/>
        <p:txBody>
          <a:bodyPr/>
          <a:p>
            <a:r>
              <a:rPr lang="ru-RU"/>
              <a:t/>
            </a:r>
          </a:p>
        </p:txBody>
      </p:sp>
    </p:spTree>
  </p:cSld>
</p:sldLayout>
</file>

<file path=ppt/slideLayouts/slideLayout8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386"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87" name="PlaceHolder 2"/>
          <p:cNvSpPr>
            <a:spLocks noGrp="1"/>
          </p:cNvSpPr>
          <p:nvPr>
            <p:ph/>
          </p:nvPr>
        </p:nvSpPr>
        <p:spPr>
          <a:xfrm>
            <a:off x="504000" y="132300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88" name="PlaceHolder 3"/>
          <p:cNvSpPr>
            <a:spLocks noGrp="1"/>
          </p:cNvSpPr>
          <p:nvPr>
            <p:ph/>
          </p:nvPr>
        </p:nvSpPr>
        <p:spPr>
          <a:xfrm>
            <a:off x="504000" y="3277440"/>
            <a:ext cx="907164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5" name="PlaceHolder 4"/>
          <p:cNvSpPr>
            <a:spLocks noGrp="1"/>
          </p:cNvSpPr>
          <p:nvPr>
            <p:ph type="ftr" idx="8"/>
          </p:nvPr>
        </p:nvSpPr>
        <p:spPr/>
        <p:txBody>
          <a:bodyPr/>
          <a:p>
            <a:r>
              <a:t>Footer</a:t>
            </a:r>
          </a:p>
        </p:txBody>
      </p:sp>
      <p:sp>
        <p:nvSpPr>
          <p:cNvPr id="6" name="PlaceHolder 5"/>
          <p:cNvSpPr>
            <a:spLocks noGrp="1"/>
          </p:cNvSpPr>
          <p:nvPr>
            <p:ph type="sldNum" idx="9"/>
          </p:nvPr>
        </p:nvSpPr>
        <p:spPr/>
        <p:txBody>
          <a:bodyPr/>
          <a:p>
            <a:fld id="{7CA37390-719E-4621-AEC0-172E21EA169E}" type="slidenum">
              <a:t>&lt;#&gt;</a:t>
            </a:fld>
          </a:p>
        </p:txBody>
      </p:sp>
      <p:sp>
        <p:nvSpPr>
          <p:cNvPr id="7" name="PlaceHolder 6"/>
          <p:cNvSpPr>
            <a:spLocks noGrp="1"/>
          </p:cNvSpPr>
          <p:nvPr>
            <p:ph type="dt" idx="7"/>
          </p:nvPr>
        </p:nvSpPr>
        <p:spPr/>
        <p:txBody>
          <a:bodyPr/>
          <a:p>
            <a:r>
              <a:rPr lang="ru-RU"/>
              <a:t/>
            </a:r>
          </a:p>
        </p:txBody>
      </p:sp>
    </p:spTree>
  </p:cSld>
</p:sldLayout>
</file>

<file path=ppt/slideLayouts/slideLayout8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389"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90" name="PlaceHolder 2"/>
          <p:cNvSpPr>
            <a:spLocks noGrp="1"/>
          </p:cNvSpPr>
          <p:nvPr>
            <p:ph/>
          </p:nvPr>
        </p:nvSpPr>
        <p:spPr>
          <a:xfrm>
            <a:off x="50400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91" name="PlaceHolder 3"/>
          <p:cNvSpPr>
            <a:spLocks noGrp="1"/>
          </p:cNvSpPr>
          <p:nvPr>
            <p:ph/>
          </p:nvPr>
        </p:nvSpPr>
        <p:spPr>
          <a:xfrm>
            <a:off x="5152680" y="132300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92" name="PlaceHolder 4"/>
          <p:cNvSpPr>
            <a:spLocks noGrp="1"/>
          </p:cNvSpPr>
          <p:nvPr>
            <p:ph/>
          </p:nvPr>
        </p:nvSpPr>
        <p:spPr>
          <a:xfrm>
            <a:off x="50400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393" name="PlaceHolder 5"/>
          <p:cNvSpPr>
            <a:spLocks noGrp="1"/>
          </p:cNvSpPr>
          <p:nvPr>
            <p:ph/>
          </p:nvPr>
        </p:nvSpPr>
        <p:spPr>
          <a:xfrm>
            <a:off x="5152680" y="3277440"/>
            <a:ext cx="4426920" cy="1784520"/>
          </a:xfrm>
          <a:prstGeom prst="rect">
            <a:avLst/>
          </a:prstGeom>
          <a:noFill/>
          <a:ln w="0">
            <a:noFill/>
          </a:ln>
        </p:spPr>
        <p:txBody>
          <a:bodyPr lIns="0" rIns="0" tIns="0" bIns="0" anchor="t">
            <a:normAutofit/>
          </a:bodyPr>
          <a:p>
            <a:endParaRPr b="0" lang="ru-RU" sz="2640" spc="-1" strike="noStrike">
              <a:solidFill>
                <a:srgbClr val="000000"/>
              </a:solidFill>
              <a:latin typeface="Calibri"/>
            </a:endParaRPr>
          </a:p>
        </p:txBody>
      </p:sp>
      <p:sp>
        <p:nvSpPr>
          <p:cNvPr id="7" name="PlaceHolder 6"/>
          <p:cNvSpPr>
            <a:spLocks noGrp="1"/>
          </p:cNvSpPr>
          <p:nvPr>
            <p:ph type="ftr" idx="8"/>
          </p:nvPr>
        </p:nvSpPr>
        <p:spPr/>
        <p:txBody>
          <a:bodyPr/>
          <a:p>
            <a:r>
              <a:t>Footer</a:t>
            </a:r>
          </a:p>
        </p:txBody>
      </p:sp>
      <p:sp>
        <p:nvSpPr>
          <p:cNvPr id="8" name="PlaceHolder 7"/>
          <p:cNvSpPr>
            <a:spLocks noGrp="1"/>
          </p:cNvSpPr>
          <p:nvPr>
            <p:ph type="sldNum" idx="9"/>
          </p:nvPr>
        </p:nvSpPr>
        <p:spPr/>
        <p:txBody>
          <a:bodyPr/>
          <a:p>
            <a:fld id="{99A26626-B986-4E1A-B5FE-8AF464D250A1}" type="slidenum">
              <a:t>&lt;#&gt;</a:t>
            </a:fld>
          </a:p>
        </p:txBody>
      </p:sp>
      <p:sp>
        <p:nvSpPr>
          <p:cNvPr id="9" name="PlaceHolder 8"/>
          <p:cNvSpPr>
            <a:spLocks noGrp="1"/>
          </p:cNvSpPr>
          <p:nvPr>
            <p:ph type="dt" idx="7"/>
          </p:nvPr>
        </p:nvSpPr>
        <p:spPr/>
        <p:txBody>
          <a:bodyPr/>
          <a:p>
            <a:r>
              <a:rPr lang="ru-RU"/>
              <a:t/>
            </a:r>
          </a:p>
        </p:txBody>
      </p:sp>
    </p:spTree>
  </p:cSld>
</p:sldLayout>
</file>

<file path=ppt/slideLayouts/slideLayout8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94" name="PlaceHolder 1"/>
          <p:cNvSpPr>
            <a:spLocks noGrp="1"/>
          </p:cNvSpPr>
          <p:nvPr>
            <p:ph type="title"/>
          </p:nvPr>
        </p:nvSpPr>
        <p:spPr>
          <a:xfrm>
            <a:off x="504000" y="226800"/>
            <a:ext cx="9071640" cy="944640"/>
          </a:xfrm>
          <a:prstGeom prst="rect">
            <a:avLst/>
          </a:prstGeom>
          <a:noFill/>
          <a:ln w="0">
            <a:noFill/>
          </a:ln>
        </p:spPr>
        <p:txBody>
          <a:bodyPr lIns="0" rIns="0" tIns="0" bIns="0" anchor="ctr">
            <a:noAutofit/>
          </a:bodyPr>
          <a:p>
            <a:endParaRPr b="0" lang="ru-RU" sz="1490" spc="-1" strike="noStrike">
              <a:solidFill>
                <a:srgbClr val="000000"/>
              </a:solidFill>
              <a:latin typeface="Calibri"/>
            </a:endParaRPr>
          </a:p>
        </p:txBody>
      </p:sp>
      <p:sp>
        <p:nvSpPr>
          <p:cNvPr id="395" name="PlaceHolder 2"/>
          <p:cNvSpPr>
            <a:spLocks noGrp="1"/>
          </p:cNvSpPr>
          <p:nvPr>
            <p:ph/>
          </p:nvPr>
        </p:nvSpPr>
        <p:spPr>
          <a:xfrm>
            <a:off x="5040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96" name="PlaceHolder 3"/>
          <p:cNvSpPr>
            <a:spLocks noGrp="1"/>
          </p:cNvSpPr>
          <p:nvPr>
            <p:ph/>
          </p:nvPr>
        </p:nvSpPr>
        <p:spPr>
          <a:xfrm>
            <a:off x="357120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97" name="PlaceHolder 4"/>
          <p:cNvSpPr>
            <a:spLocks noGrp="1"/>
          </p:cNvSpPr>
          <p:nvPr>
            <p:ph/>
          </p:nvPr>
        </p:nvSpPr>
        <p:spPr>
          <a:xfrm>
            <a:off x="6638040" y="132300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98" name="PlaceHolder 5"/>
          <p:cNvSpPr>
            <a:spLocks noGrp="1"/>
          </p:cNvSpPr>
          <p:nvPr>
            <p:ph/>
          </p:nvPr>
        </p:nvSpPr>
        <p:spPr>
          <a:xfrm>
            <a:off x="5040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399" name="PlaceHolder 6"/>
          <p:cNvSpPr>
            <a:spLocks noGrp="1"/>
          </p:cNvSpPr>
          <p:nvPr>
            <p:ph/>
          </p:nvPr>
        </p:nvSpPr>
        <p:spPr>
          <a:xfrm>
            <a:off x="357120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400" name="PlaceHolder 7"/>
          <p:cNvSpPr>
            <a:spLocks noGrp="1"/>
          </p:cNvSpPr>
          <p:nvPr>
            <p:ph/>
          </p:nvPr>
        </p:nvSpPr>
        <p:spPr>
          <a:xfrm>
            <a:off x="6638040" y="3277440"/>
            <a:ext cx="2920680" cy="1784520"/>
          </a:xfrm>
          <a:prstGeom prst="rect">
            <a:avLst/>
          </a:prstGeom>
          <a:noFill/>
          <a:ln w="0">
            <a:noFill/>
          </a:ln>
        </p:spPr>
        <p:txBody>
          <a:bodyPr lIns="0" rIns="0" tIns="0" bIns="0" anchor="t">
            <a:normAutofit fontScale="91000"/>
          </a:bodyPr>
          <a:p>
            <a:endParaRPr b="0" lang="ru-RU" sz="2640" spc="-1" strike="noStrike">
              <a:solidFill>
                <a:srgbClr val="000000"/>
              </a:solidFill>
              <a:latin typeface="Calibri"/>
            </a:endParaRPr>
          </a:p>
        </p:txBody>
      </p:sp>
      <p:sp>
        <p:nvSpPr>
          <p:cNvPr id="9" name="PlaceHolder 8"/>
          <p:cNvSpPr>
            <a:spLocks noGrp="1"/>
          </p:cNvSpPr>
          <p:nvPr>
            <p:ph type="ftr" idx="8"/>
          </p:nvPr>
        </p:nvSpPr>
        <p:spPr/>
        <p:txBody>
          <a:bodyPr/>
          <a:p>
            <a:r>
              <a:t>Footer</a:t>
            </a:r>
          </a:p>
        </p:txBody>
      </p:sp>
      <p:sp>
        <p:nvSpPr>
          <p:cNvPr id="10" name="PlaceHolder 9"/>
          <p:cNvSpPr>
            <a:spLocks noGrp="1"/>
          </p:cNvSpPr>
          <p:nvPr>
            <p:ph type="sldNum" idx="9"/>
          </p:nvPr>
        </p:nvSpPr>
        <p:spPr/>
        <p:txBody>
          <a:bodyPr/>
          <a:p>
            <a:fld id="{1CBD6196-37D7-4FBF-AE21-637B085BE57C}" type="slidenum">
              <a:t>&lt;#&gt;</a:t>
            </a:fld>
          </a:p>
        </p:txBody>
      </p:sp>
      <p:sp>
        <p:nvSpPr>
          <p:cNvPr id="11" name="PlaceHolder 10"/>
          <p:cNvSpPr>
            <a:spLocks noGrp="1"/>
          </p:cNvSpPr>
          <p:nvPr>
            <p:ph type="dt" idx="7"/>
          </p:nvPr>
        </p:nvSpPr>
        <p:spPr/>
        <p:txBody>
          <a:bodyPr/>
          <a:p>
            <a:r>
              <a:rPr lang="ru-RU"/>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_rels/slideMaster4.xml.rels><?xml version="1.0" encoding="UTF-8"?>
<Relationships xmlns="http://schemas.openxmlformats.org/package/2006/relationships"><Relationship Id="rId1" Type="http://schemas.openxmlformats.org/officeDocument/2006/relationships/theme" Target="../theme/theme4.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slideLayout" Target="../slideLayouts/slideLayout37.xml"/><Relationship Id="rId5" Type="http://schemas.openxmlformats.org/officeDocument/2006/relationships/slideLayout" Target="../slideLayouts/slideLayout38.xml"/><Relationship Id="rId6" Type="http://schemas.openxmlformats.org/officeDocument/2006/relationships/slideLayout" Target="../slideLayouts/slideLayout39.xml"/><Relationship Id="rId7" Type="http://schemas.openxmlformats.org/officeDocument/2006/relationships/slideLayout" Target="../slideLayouts/slideLayout40.xml"/><Relationship Id="rId8" Type="http://schemas.openxmlformats.org/officeDocument/2006/relationships/slideLayout" Target="../slideLayouts/slideLayout41.xml"/><Relationship Id="rId9" Type="http://schemas.openxmlformats.org/officeDocument/2006/relationships/slideLayout" Target="../slideLayouts/slideLayout42.xml"/><Relationship Id="rId10" Type="http://schemas.openxmlformats.org/officeDocument/2006/relationships/slideLayout" Target="../slideLayouts/slideLayout43.xml"/><Relationship Id="rId11" Type="http://schemas.openxmlformats.org/officeDocument/2006/relationships/slideLayout" Target="../slideLayouts/slideLayout44.xml"/><Relationship Id="rId12" Type="http://schemas.openxmlformats.org/officeDocument/2006/relationships/slideLayout" Target="../slideLayouts/slideLayout45.xml"/><Relationship Id="rId13" Type="http://schemas.openxmlformats.org/officeDocument/2006/relationships/slideLayout" Target="../slideLayouts/slideLayout46.xml"/><Relationship Id="rId14" Type="http://schemas.openxmlformats.org/officeDocument/2006/relationships/slideLayout" Target="../slideLayouts/slideLayout47.xml"/><Relationship Id="rId15" Type="http://schemas.openxmlformats.org/officeDocument/2006/relationships/slideLayout" Target="../slideLayouts/slideLayout48.xml"/>
</Relationships>
</file>

<file path=ppt/slideMasters/_rels/slideMaster5.xml.rels><?xml version="1.0" encoding="UTF-8"?>
<Relationships xmlns="http://schemas.openxmlformats.org/package/2006/relationships"><Relationship Id="rId1" Type="http://schemas.openxmlformats.org/officeDocument/2006/relationships/theme" Target="../theme/theme5.xml"/><Relationship Id="rId2" Type="http://schemas.openxmlformats.org/officeDocument/2006/relationships/image" Target="../media/image3.png"/><Relationship Id="rId3" Type="http://schemas.openxmlformats.org/officeDocument/2006/relationships/image" Target="../media/image4.png"/><Relationship Id="rId4" Type="http://schemas.openxmlformats.org/officeDocument/2006/relationships/slideLayout" Target="../slideLayouts/slideLayout49.xml"/><Relationship Id="rId5" Type="http://schemas.openxmlformats.org/officeDocument/2006/relationships/slideLayout" Target="../slideLayouts/slideLayout50.xml"/><Relationship Id="rId6" Type="http://schemas.openxmlformats.org/officeDocument/2006/relationships/slideLayout" Target="../slideLayouts/slideLayout51.xml"/><Relationship Id="rId7" Type="http://schemas.openxmlformats.org/officeDocument/2006/relationships/slideLayout" Target="../slideLayouts/slideLayout52.xml"/><Relationship Id="rId8" Type="http://schemas.openxmlformats.org/officeDocument/2006/relationships/slideLayout" Target="../slideLayouts/slideLayout53.xml"/><Relationship Id="rId9" Type="http://schemas.openxmlformats.org/officeDocument/2006/relationships/slideLayout" Target="../slideLayouts/slideLayout54.xml"/><Relationship Id="rId10" Type="http://schemas.openxmlformats.org/officeDocument/2006/relationships/slideLayout" Target="../slideLayouts/slideLayout55.xml"/><Relationship Id="rId11" Type="http://schemas.openxmlformats.org/officeDocument/2006/relationships/slideLayout" Target="../slideLayouts/slideLayout56.xml"/><Relationship Id="rId12" Type="http://schemas.openxmlformats.org/officeDocument/2006/relationships/slideLayout" Target="../slideLayouts/slideLayout57.xml"/><Relationship Id="rId13" Type="http://schemas.openxmlformats.org/officeDocument/2006/relationships/slideLayout" Target="../slideLayouts/slideLayout58.xml"/><Relationship Id="rId14" Type="http://schemas.openxmlformats.org/officeDocument/2006/relationships/slideLayout" Target="../slideLayouts/slideLayout59.xml"/><Relationship Id="rId15" Type="http://schemas.openxmlformats.org/officeDocument/2006/relationships/slideLayout" Target="../slideLayouts/slideLayout60.xml"/>
</Relationships>
</file>

<file path=ppt/slideMasters/_rels/slideMaster6.xml.rels><?xml version="1.0" encoding="UTF-8"?>
<Relationships xmlns="http://schemas.openxmlformats.org/package/2006/relationships"><Relationship Id="rId1" Type="http://schemas.openxmlformats.org/officeDocument/2006/relationships/theme" Target="../theme/theme6.xml"/><Relationship Id="rId2" Type="http://schemas.openxmlformats.org/officeDocument/2006/relationships/image" Target="../media/image5.png"/><Relationship Id="rId3" Type="http://schemas.openxmlformats.org/officeDocument/2006/relationships/image" Target="../media/image6.png"/><Relationship Id="rId4" Type="http://schemas.openxmlformats.org/officeDocument/2006/relationships/slideLayout" Target="../slideLayouts/slideLayout61.xml"/><Relationship Id="rId5" Type="http://schemas.openxmlformats.org/officeDocument/2006/relationships/slideLayout" Target="../slideLayouts/slideLayout62.xml"/><Relationship Id="rId6" Type="http://schemas.openxmlformats.org/officeDocument/2006/relationships/slideLayout" Target="../slideLayouts/slideLayout63.xml"/><Relationship Id="rId7" Type="http://schemas.openxmlformats.org/officeDocument/2006/relationships/slideLayout" Target="../slideLayouts/slideLayout64.xml"/><Relationship Id="rId8" Type="http://schemas.openxmlformats.org/officeDocument/2006/relationships/slideLayout" Target="../slideLayouts/slideLayout65.xml"/><Relationship Id="rId9" Type="http://schemas.openxmlformats.org/officeDocument/2006/relationships/slideLayout" Target="../slideLayouts/slideLayout66.xml"/><Relationship Id="rId10" Type="http://schemas.openxmlformats.org/officeDocument/2006/relationships/slideLayout" Target="../slideLayouts/slideLayout67.xml"/><Relationship Id="rId11" Type="http://schemas.openxmlformats.org/officeDocument/2006/relationships/slideLayout" Target="../slideLayouts/slideLayout68.xml"/><Relationship Id="rId12" Type="http://schemas.openxmlformats.org/officeDocument/2006/relationships/slideLayout" Target="../slideLayouts/slideLayout69.xml"/><Relationship Id="rId13" Type="http://schemas.openxmlformats.org/officeDocument/2006/relationships/slideLayout" Target="../slideLayouts/slideLayout70.xml"/><Relationship Id="rId14" Type="http://schemas.openxmlformats.org/officeDocument/2006/relationships/slideLayout" Target="../slideLayouts/slideLayout71.xml"/><Relationship Id="rId15" Type="http://schemas.openxmlformats.org/officeDocument/2006/relationships/slideLayout" Target="../slideLayouts/slideLayout72.xml"/>
</Relationships>
</file>

<file path=ppt/slideMasters/_rels/slideMaster7.xml.rels><?xml version="1.0" encoding="UTF-8"?>
<Relationships xmlns="http://schemas.openxmlformats.org/package/2006/relationships"><Relationship Id="rId1" Type="http://schemas.openxmlformats.org/officeDocument/2006/relationships/theme" Target="../theme/theme7.xml"/><Relationship Id="rId2" Type="http://schemas.openxmlformats.org/officeDocument/2006/relationships/slideLayout" Target="../slideLayouts/slideLayout73.xml"/><Relationship Id="rId3" Type="http://schemas.openxmlformats.org/officeDocument/2006/relationships/slideLayout" Target="../slideLayouts/slideLayout74.xml"/><Relationship Id="rId4" Type="http://schemas.openxmlformats.org/officeDocument/2006/relationships/slideLayout" Target="../slideLayouts/slideLayout75.xml"/><Relationship Id="rId5" Type="http://schemas.openxmlformats.org/officeDocument/2006/relationships/slideLayout" Target="../slideLayouts/slideLayout76.xml"/><Relationship Id="rId6" Type="http://schemas.openxmlformats.org/officeDocument/2006/relationships/slideLayout" Target="../slideLayouts/slideLayout77.xml"/><Relationship Id="rId7" Type="http://schemas.openxmlformats.org/officeDocument/2006/relationships/slideLayout" Target="../slideLayouts/slideLayout78.xml"/><Relationship Id="rId8" Type="http://schemas.openxmlformats.org/officeDocument/2006/relationships/slideLayout" Target="../slideLayouts/slideLayout79.xml"/><Relationship Id="rId9" Type="http://schemas.openxmlformats.org/officeDocument/2006/relationships/slideLayout" Target="../slideLayouts/slideLayout80.xml"/><Relationship Id="rId10" Type="http://schemas.openxmlformats.org/officeDocument/2006/relationships/slideLayout" Target="../slideLayouts/slideLayout81.xml"/><Relationship Id="rId11" Type="http://schemas.openxmlformats.org/officeDocument/2006/relationships/slideLayout" Target="../slideLayouts/slideLayout82.xml"/><Relationship Id="rId12" Type="http://schemas.openxmlformats.org/officeDocument/2006/relationships/slideLayout" Target="../slideLayouts/slideLayout83.xml"/><Relationship Id="rId13" Type="http://schemas.openxmlformats.org/officeDocument/2006/relationships/slideLayout" Target="../slideLayouts/slideLayout8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0" name=""/>
          <p:cNvSpPr/>
          <p:nvPr/>
        </p:nvSpPr>
        <p:spPr>
          <a:xfrm>
            <a:off x="-54000" y="1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1" name=""/>
          <p:cNvSpPr/>
          <p:nvPr/>
        </p:nvSpPr>
        <p:spPr>
          <a:xfrm>
            <a:off x="-414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2" name=""/>
          <p:cNvSpPr/>
          <p:nvPr/>
        </p:nvSpPr>
        <p:spPr>
          <a:xfrm>
            <a:off x="1350000" y="1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3" name=""/>
          <p:cNvSpPr/>
          <p:nvPr/>
        </p:nvSpPr>
        <p:spPr>
          <a:xfrm>
            <a:off x="648000" y="1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4" name=""/>
          <p:cNvSpPr/>
          <p:nvPr/>
        </p:nvSpPr>
        <p:spPr>
          <a:xfrm>
            <a:off x="990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5" name=""/>
          <p:cNvSpPr/>
          <p:nvPr/>
        </p:nvSpPr>
        <p:spPr>
          <a:xfrm>
            <a:off x="2394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6" name=""/>
          <p:cNvSpPr/>
          <p:nvPr/>
        </p:nvSpPr>
        <p:spPr>
          <a:xfrm>
            <a:off x="1692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7" name=""/>
          <p:cNvSpPr/>
          <p:nvPr/>
        </p:nvSpPr>
        <p:spPr>
          <a:xfrm>
            <a:off x="2754000" y="1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8" name=""/>
          <p:cNvSpPr/>
          <p:nvPr/>
        </p:nvSpPr>
        <p:spPr>
          <a:xfrm>
            <a:off x="2052000" y="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9" name=""/>
          <p:cNvSpPr/>
          <p:nvPr/>
        </p:nvSpPr>
        <p:spPr>
          <a:xfrm>
            <a:off x="3456000" y="1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10" name=""/>
          <p:cNvSpPr/>
          <p:nvPr/>
        </p:nvSpPr>
        <p:spPr>
          <a:xfrm>
            <a:off x="3096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11" name=""/>
          <p:cNvSpPr/>
          <p:nvPr/>
        </p:nvSpPr>
        <p:spPr>
          <a:xfrm>
            <a:off x="4140000" y="1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12" name=""/>
          <p:cNvSpPr/>
          <p:nvPr/>
        </p:nvSpPr>
        <p:spPr>
          <a:xfrm>
            <a:off x="4500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13" name=""/>
          <p:cNvSpPr/>
          <p:nvPr/>
        </p:nvSpPr>
        <p:spPr>
          <a:xfrm>
            <a:off x="3798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14" name=""/>
          <p:cNvSpPr/>
          <p:nvPr/>
        </p:nvSpPr>
        <p:spPr>
          <a:xfrm>
            <a:off x="5526000" y="1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15" name=""/>
          <p:cNvSpPr/>
          <p:nvPr/>
        </p:nvSpPr>
        <p:spPr>
          <a:xfrm>
            <a:off x="4842000" y="1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16" name=""/>
          <p:cNvSpPr/>
          <p:nvPr/>
        </p:nvSpPr>
        <p:spPr>
          <a:xfrm>
            <a:off x="5202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17" name=""/>
          <p:cNvSpPr/>
          <p:nvPr/>
        </p:nvSpPr>
        <p:spPr>
          <a:xfrm>
            <a:off x="6606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18" name=""/>
          <p:cNvSpPr/>
          <p:nvPr/>
        </p:nvSpPr>
        <p:spPr>
          <a:xfrm>
            <a:off x="5904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19" name=""/>
          <p:cNvSpPr/>
          <p:nvPr/>
        </p:nvSpPr>
        <p:spPr>
          <a:xfrm>
            <a:off x="6930000" y="1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20" name=""/>
          <p:cNvSpPr/>
          <p:nvPr/>
        </p:nvSpPr>
        <p:spPr>
          <a:xfrm>
            <a:off x="6228000" y="1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21" name=""/>
          <p:cNvSpPr/>
          <p:nvPr/>
        </p:nvSpPr>
        <p:spPr>
          <a:xfrm>
            <a:off x="7632000" y="1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22" name=""/>
          <p:cNvSpPr/>
          <p:nvPr/>
        </p:nvSpPr>
        <p:spPr>
          <a:xfrm>
            <a:off x="7308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23" name=""/>
          <p:cNvSpPr/>
          <p:nvPr/>
        </p:nvSpPr>
        <p:spPr>
          <a:xfrm>
            <a:off x="8334000" y="1908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solidFill>
              <a:srgbClr val="ffde59"/>
            </a:solidFill>
            <a:round/>
          </a:ln>
        </p:spPr>
        <p:style>
          <a:lnRef idx="0"/>
          <a:fillRef idx="0"/>
          <a:effectRef idx="0"/>
          <a:fontRef idx="minor"/>
        </p:style>
      </p:sp>
      <p:sp>
        <p:nvSpPr>
          <p:cNvPr id="24" name=""/>
          <p:cNvSpPr/>
          <p:nvPr/>
        </p:nvSpPr>
        <p:spPr>
          <a:xfrm>
            <a:off x="8010000" y="55908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25" name=""/>
          <p:cNvSpPr/>
          <p:nvPr/>
        </p:nvSpPr>
        <p:spPr>
          <a:xfrm>
            <a:off x="9414000" y="55908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26" name=""/>
          <p:cNvSpPr/>
          <p:nvPr/>
        </p:nvSpPr>
        <p:spPr>
          <a:xfrm>
            <a:off x="8712000" y="55908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27" name=""/>
          <p:cNvSpPr/>
          <p:nvPr/>
        </p:nvSpPr>
        <p:spPr>
          <a:xfrm>
            <a:off x="9738000" y="1908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28" name=""/>
          <p:cNvSpPr/>
          <p:nvPr/>
        </p:nvSpPr>
        <p:spPr>
          <a:xfrm>
            <a:off x="9036000" y="1908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29" name=""/>
          <p:cNvSpPr/>
          <p:nvPr/>
        </p:nvSpPr>
        <p:spPr>
          <a:xfrm>
            <a:off x="288000" y="5587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w="36000">
            <a:solidFill>
              <a:srgbClr val="ffde59"/>
            </a:solidFill>
            <a:round/>
          </a:ln>
        </p:spPr>
        <p:style>
          <a:lnRef idx="0"/>
          <a:fillRef idx="0"/>
          <a:effectRef idx="0"/>
          <a:fontRef idx="minor"/>
        </p:style>
      </p:sp>
      <p:grpSp>
        <p:nvGrpSpPr>
          <p:cNvPr id="30" name=""/>
          <p:cNvGrpSpPr/>
          <p:nvPr/>
        </p:nvGrpSpPr>
        <p:grpSpPr>
          <a:xfrm>
            <a:off x="-360000" y="4895640"/>
            <a:ext cx="10854000" cy="1260360"/>
            <a:chOff x="-360000" y="4895640"/>
            <a:chExt cx="10854000" cy="1260360"/>
          </a:xfrm>
        </p:grpSpPr>
        <p:sp>
          <p:nvSpPr>
            <p:cNvPr id="31" name=""/>
            <p:cNvSpPr/>
            <p:nvPr/>
          </p:nvSpPr>
          <p:spPr>
            <a:xfrm flipH="1">
              <a:off x="9432000" y="491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32" name=""/>
            <p:cNvSpPr/>
            <p:nvPr/>
          </p:nvSpPr>
          <p:spPr>
            <a:xfrm flipH="1">
              <a:off x="9792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33" name=""/>
            <p:cNvSpPr/>
            <p:nvPr/>
          </p:nvSpPr>
          <p:spPr>
            <a:xfrm flipH="1">
              <a:off x="8028000" y="491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34" name=""/>
            <p:cNvSpPr/>
            <p:nvPr/>
          </p:nvSpPr>
          <p:spPr>
            <a:xfrm flipH="1">
              <a:off x="8730000" y="491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cap="rnd" w="36000">
              <a:solidFill>
                <a:srgbClr val="ffde59"/>
              </a:solidFill>
              <a:round/>
            </a:ln>
          </p:spPr>
          <p:style>
            <a:lnRef idx="0"/>
            <a:fillRef idx="0"/>
            <a:effectRef idx="0"/>
            <a:fontRef idx="minor"/>
          </p:style>
        </p:sp>
        <p:sp>
          <p:nvSpPr>
            <p:cNvPr id="35" name=""/>
            <p:cNvSpPr/>
            <p:nvPr/>
          </p:nvSpPr>
          <p:spPr>
            <a:xfrm flipH="1">
              <a:off x="8388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36" name=""/>
            <p:cNvSpPr/>
            <p:nvPr/>
          </p:nvSpPr>
          <p:spPr>
            <a:xfrm flipH="1">
              <a:off x="6984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37" name=""/>
            <p:cNvSpPr/>
            <p:nvPr/>
          </p:nvSpPr>
          <p:spPr>
            <a:xfrm flipH="1">
              <a:off x="7686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38" name=""/>
            <p:cNvSpPr/>
            <p:nvPr/>
          </p:nvSpPr>
          <p:spPr>
            <a:xfrm flipH="1">
              <a:off x="6624000" y="491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39" name=""/>
            <p:cNvSpPr/>
            <p:nvPr/>
          </p:nvSpPr>
          <p:spPr>
            <a:xfrm flipH="1">
              <a:off x="7326000" y="4895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40" name=""/>
            <p:cNvSpPr/>
            <p:nvPr/>
          </p:nvSpPr>
          <p:spPr>
            <a:xfrm flipH="1">
              <a:off x="5922000" y="491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41" name=""/>
            <p:cNvSpPr/>
            <p:nvPr/>
          </p:nvSpPr>
          <p:spPr>
            <a:xfrm flipH="1">
              <a:off x="6282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42" name=""/>
            <p:cNvSpPr/>
            <p:nvPr/>
          </p:nvSpPr>
          <p:spPr>
            <a:xfrm flipH="1">
              <a:off x="5238000" y="491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43" name=""/>
            <p:cNvSpPr/>
            <p:nvPr/>
          </p:nvSpPr>
          <p:spPr>
            <a:xfrm flipH="1">
              <a:off x="4878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44" name=""/>
            <p:cNvSpPr/>
            <p:nvPr/>
          </p:nvSpPr>
          <p:spPr>
            <a:xfrm flipH="1">
              <a:off x="5580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45" name=""/>
            <p:cNvSpPr/>
            <p:nvPr/>
          </p:nvSpPr>
          <p:spPr>
            <a:xfrm flipH="1">
              <a:off x="3852000" y="491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46" name=""/>
            <p:cNvSpPr/>
            <p:nvPr/>
          </p:nvSpPr>
          <p:spPr>
            <a:xfrm flipH="1">
              <a:off x="4536000" y="491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47" name=""/>
            <p:cNvSpPr/>
            <p:nvPr/>
          </p:nvSpPr>
          <p:spPr>
            <a:xfrm flipH="1">
              <a:off x="4176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48" name=""/>
            <p:cNvSpPr/>
            <p:nvPr/>
          </p:nvSpPr>
          <p:spPr>
            <a:xfrm flipH="1">
              <a:off x="2772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49" name=""/>
            <p:cNvSpPr/>
            <p:nvPr/>
          </p:nvSpPr>
          <p:spPr>
            <a:xfrm flipH="1">
              <a:off x="3474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50" name=""/>
            <p:cNvSpPr/>
            <p:nvPr/>
          </p:nvSpPr>
          <p:spPr>
            <a:xfrm flipH="1">
              <a:off x="2448000" y="491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51" name=""/>
            <p:cNvSpPr/>
            <p:nvPr/>
          </p:nvSpPr>
          <p:spPr>
            <a:xfrm flipH="1">
              <a:off x="3150000" y="491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52" name=""/>
            <p:cNvSpPr/>
            <p:nvPr/>
          </p:nvSpPr>
          <p:spPr>
            <a:xfrm flipH="1">
              <a:off x="1746000" y="491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53" name=""/>
            <p:cNvSpPr/>
            <p:nvPr/>
          </p:nvSpPr>
          <p:spPr>
            <a:xfrm flipH="1">
              <a:off x="2070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54" name=""/>
            <p:cNvSpPr/>
            <p:nvPr/>
          </p:nvSpPr>
          <p:spPr>
            <a:xfrm flipH="1">
              <a:off x="1044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55" name=""/>
            <p:cNvSpPr/>
            <p:nvPr/>
          </p:nvSpPr>
          <p:spPr>
            <a:xfrm flipH="1">
              <a:off x="1368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56" name=""/>
            <p:cNvSpPr/>
            <p:nvPr/>
          </p:nvSpPr>
          <p:spPr>
            <a:xfrm flipH="1">
              <a:off x="-36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57" name=""/>
            <p:cNvSpPr/>
            <p:nvPr/>
          </p:nvSpPr>
          <p:spPr>
            <a:xfrm flipH="1">
              <a:off x="666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58" name=""/>
            <p:cNvSpPr/>
            <p:nvPr/>
          </p:nvSpPr>
          <p:spPr>
            <a:xfrm flipH="1">
              <a:off x="-360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59" name=""/>
            <p:cNvSpPr/>
            <p:nvPr/>
          </p:nvSpPr>
          <p:spPr>
            <a:xfrm flipH="1">
              <a:off x="342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cap="rnd" w="36000">
              <a:solidFill>
                <a:srgbClr val="ffde59"/>
              </a:solidFill>
              <a:round/>
            </a:ln>
          </p:spPr>
          <p:style>
            <a:lnRef idx="0"/>
            <a:fillRef idx="0"/>
            <a:effectRef idx="0"/>
            <a:fontRef idx="minor"/>
          </p:style>
        </p:sp>
        <p:sp>
          <p:nvSpPr>
            <p:cNvPr id="60" name=""/>
            <p:cNvSpPr/>
            <p:nvPr/>
          </p:nvSpPr>
          <p:spPr>
            <a:xfrm flipH="1">
              <a:off x="9090000" y="545364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grpSp>
      <p:sp>
        <p:nvSpPr>
          <p:cNvPr id="61" name="PlaceHolder 1"/>
          <p:cNvSpPr>
            <a:spLocks noGrp="1"/>
          </p:cNvSpPr>
          <p:nvPr>
            <p:ph type="title"/>
          </p:nvPr>
        </p:nvSpPr>
        <p:spPr>
          <a:xfrm>
            <a:off x="504360" y="1915200"/>
            <a:ext cx="9071640" cy="1216800"/>
          </a:xfrm>
          <a:prstGeom prst="rect">
            <a:avLst/>
          </a:prstGeom>
          <a:noFill/>
          <a:ln w="0">
            <a:noFill/>
          </a:ln>
        </p:spPr>
        <p:txBody>
          <a:bodyPr lIns="0" rIns="0" tIns="0" bIns="0" anchor="ctr">
            <a:noAutofit/>
          </a:bodyPr>
          <a:p>
            <a:pPr algn="ctr">
              <a:buNone/>
            </a:pPr>
            <a:r>
              <a:rPr b="0" lang="ru-RU" sz="3300" spc="-1" strike="noStrike">
                <a:latin typeface="Arial"/>
              </a:rPr>
              <a:t>Для правки текста заглавия щёлкните мышью</a:t>
            </a:r>
            <a:endParaRPr b="0" lang="ru-RU" sz="3300" spc="-1" strike="noStrike">
              <a:latin typeface="Arial"/>
            </a:endParaRPr>
          </a:p>
        </p:txBody>
      </p:sp>
      <p:sp>
        <p:nvSpPr>
          <p:cNvPr id="62" name="PlaceHolder 2"/>
          <p:cNvSpPr>
            <a:spLocks noGrp="1"/>
          </p:cNvSpPr>
          <p:nvPr>
            <p:ph type="body"/>
          </p:nvPr>
        </p:nvSpPr>
        <p:spPr>
          <a:xfrm>
            <a:off x="504000" y="3402000"/>
            <a:ext cx="9071640" cy="864000"/>
          </a:xfrm>
          <a:prstGeom prst="rect">
            <a:avLst/>
          </a:prstGeom>
          <a:noFill/>
          <a:ln w="0">
            <a:noFill/>
          </a:ln>
        </p:spPr>
        <p:txBody>
          <a:bodyPr lIns="0" rIns="0" tIns="0" bIns="0" anchor="t">
            <a:normAutofit fontScale="39000"/>
          </a:bodyPr>
          <a:p>
            <a:pPr marL="432000" indent="-324000">
              <a:spcAft>
                <a:spcPts val="1060"/>
              </a:spcAft>
              <a:buClr>
                <a:srgbClr val="000000"/>
              </a:buClr>
              <a:buSzPct val="45000"/>
              <a:buFont typeface="Wingdings" charset="2"/>
              <a:buChar char=""/>
            </a:pPr>
            <a:r>
              <a:rPr b="0" lang="ru-RU" sz="2400" spc="-1" strike="noStrike">
                <a:latin typeface="Arial"/>
              </a:rPr>
              <a:t>Для правки структуры щёлкните мышью</a:t>
            </a:r>
            <a:endParaRPr b="0" lang="ru-RU" sz="2400" spc="-1" strike="noStrike">
              <a:latin typeface="Arial"/>
            </a:endParaRPr>
          </a:p>
          <a:p>
            <a:pPr lvl="1" marL="864000" indent="-324000">
              <a:spcAft>
                <a:spcPts val="850"/>
              </a:spcAft>
              <a:buClr>
                <a:srgbClr val="000000"/>
              </a:buClr>
              <a:buSzPct val="75000"/>
              <a:buFont typeface="Symbol" charset="2"/>
              <a:buChar char=""/>
            </a:pPr>
            <a:r>
              <a:rPr b="0" lang="ru-RU" sz="2100" spc="-1" strike="noStrike">
                <a:latin typeface="Arial"/>
              </a:rPr>
              <a:t>Второй уровень структуры</a:t>
            </a:r>
            <a:endParaRPr b="0" lang="ru-RU" sz="2100" spc="-1" strike="noStrike">
              <a:latin typeface="Arial"/>
            </a:endParaRPr>
          </a:p>
          <a:p>
            <a:pPr lvl="2" marL="1296000" indent="-288000">
              <a:spcAft>
                <a:spcPts val="635"/>
              </a:spcAft>
              <a:buClr>
                <a:srgbClr val="000000"/>
              </a:buClr>
              <a:buSzPct val="45000"/>
              <a:buFont typeface="Wingdings" charset="2"/>
              <a:buChar char=""/>
            </a:pPr>
            <a:r>
              <a:rPr b="0" lang="ru-RU" sz="1800" spc="-1" strike="noStrike">
                <a:latin typeface="Arial"/>
              </a:rPr>
              <a:t>Третий уровень структуры</a:t>
            </a:r>
            <a:endParaRPr b="0" lang="ru-RU" sz="1800" spc="-1" strike="noStrike">
              <a:latin typeface="Arial"/>
            </a:endParaRPr>
          </a:p>
          <a:p>
            <a:pPr lvl="3" marL="1728000" indent="-216000">
              <a:spcAft>
                <a:spcPts val="422"/>
              </a:spcAft>
              <a:buClr>
                <a:srgbClr val="000000"/>
              </a:buClr>
              <a:buSzPct val="75000"/>
              <a:buFont typeface="Symbol" charset="2"/>
              <a:buChar char=""/>
            </a:pPr>
            <a:r>
              <a:rPr b="0" lang="ru-RU" sz="1500" spc="-1" strike="noStrike">
                <a:latin typeface="Arial"/>
              </a:rPr>
              <a:t>Четвёртый уровень структуры</a:t>
            </a:r>
            <a:endParaRPr b="0" lang="ru-RU" sz="1500" spc="-1" strike="noStrike">
              <a:latin typeface="Arial"/>
            </a:endParaRPr>
          </a:p>
          <a:p>
            <a:pPr lvl="4" marL="2160000" indent="-216000">
              <a:spcAft>
                <a:spcPts val="210"/>
              </a:spcAft>
              <a:buClr>
                <a:srgbClr val="000000"/>
              </a:buClr>
              <a:buSzPct val="45000"/>
              <a:buFont typeface="Wingdings" charset="2"/>
              <a:buChar char=""/>
            </a:pPr>
            <a:r>
              <a:rPr b="0" lang="ru-RU" sz="1500" spc="-1" strike="noStrike">
                <a:latin typeface="Arial"/>
              </a:rPr>
              <a:t>Пятый уровень структуры</a:t>
            </a:r>
            <a:endParaRPr b="0" lang="ru-RU" sz="1500" spc="-1" strike="noStrike">
              <a:latin typeface="Arial"/>
            </a:endParaRPr>
          </a:p>
          <a:p>
            <a:pPr lvl="5" marL="2592000" indent="-216000">
              <a:spcAft>
                <a:spcPts val="210"/>
              </a:spcAft>
              <a:buClr>
                <a:srgbClr val="000000"/>
              </a:buClr>
              <a:buSzPct val="45000"/>
              <a:buFont typeface="Wingdings" charset="2"/>
              <a:buChar char=""/>
            </a:pPr>
            <a:r>
              <a:rPr b="0" lang="ru-RU" sz="1500" spc="-1" strike="noStrike">
                <a:latin typeface="Arial"/>
              </a:rPr>
              <a:t>Шестой уровень структуры</a:t>
            </a:r>
            <a:endParaRPr b="0" lang="ru-RU" sz="1500" spc="-1" strike="noStrike">
              <a:latin typeface="Arial"/>
            </a:endParaRPr>
          </a:p>
          <a:p>
            <a:pPr lvl="6" marL="3024000" indent="-216000">
              <a:spcAft>
                <a:spcPts val="210"/>
              </a:spcAft>
              <a:buClr>
                <a:srgbClr val="000000"/>
              </a:buClr>
              <a:buSzPct val="45000"/>
              <a:buFont typeface="Wingdings" charset="2"/>
              <a:buChar char=""/>
            </a:pPr>
            <a:r>
              <a:rPr b="0" lang="ru-RU" sz="1500" spc="-1" strike="noStrike">
                <a:latin typeface="Arial"/>
              </a:rPr>
              <a:t>Седьмой уровень структуры</a:t>
            </a:r>
            <a:endParaRPr b="0" lang="ru-RU" sz="1500" spc="-1" strike="noStrike">
              <a:latin typeface="Arial"/>
            </a:endParaRPr>
          </a:p>
        </p:txBody>
      </p:sp>
      <p:sp>
        <p:nvSpPr>
          <p:cNvPr id="63" name=""/>
          <p:cNvSpPr/>
          <p:nvPr/>
        </p:nvSpPr>
        <p:spPr>
          <a:xfrm>
            <a:off x="-414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64" name=""/>
          <p:cNvSpPr/>
          <p:nvPr/>
        </p:nvSpPr>
        <p:spPr>
          <a:xfrm>
            <a:off x="990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65" name=""/>
          <p:cNvSpPr/>
          <p:nvPr/>
        </p:nvSpPr>
        <p:spPr>
          <a:xfrm>
            <a:off x="2394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66" name=""/>
          <p:cNvSpPr/>
          <p:nvPr/>
        </p:nvSpPr>
        <p:spPr>
          <a:xfrm>
            <a:off x="1692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67" name=""/>
          <p:cNvSpPr/>
          <p:nvPr/>
        </p:nvSpPr>
        <p:spPr>
          <a:xfrm>
            <a:off x="3096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68" name=""/>
          <p:cNvSpPr/>
          <p:nvPr/>
        </p:nvSpPr>
        <p:spPr>
          <a:xfrm>
            <a:off x="4500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69" name=""/>
          <p:cNvSpPr/>
          <p:nvPr/>
        </p:nvSpPr>
        <p:spPr>
          <a:xfrm>
            <a:off x="3798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70" name=""/>
          <p:cNvSpPr/>
          <p:nvPr/>
        </p:nvSpPr>
        <p:spPr>
          <a:xfrm>
            <a:off x="5202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71" name=""/>
          <p:cNvSpPr/>
          <p:nvPr/>
        </p:nvSpPr>
        <p:spPr>
          <a:xfrm>
            <a:off x="6606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72" name=""/>
          <p:cNvSpPr/>
          <p:nvPr/>
        </p:nvSpPr>
        <p:spPr>
          <a:xfrm>
            <a:off x="5904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73" name=""/>
          <p:cNvSpPr/>
          <p:nvPr/>
        </p:nvSpPr>
        <p:spPr>
          <a:xfrm>
            <a:off x="7308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74" name=""/>
          <p:cNvSpPr/>
          <p:nvPr/>
        </p:nvSpPr>
        <p:spPr>
          <a:xfrm>
            <a:off x="8010000" y="-52056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75" name=""/>
          <p:cNvSpPr/>
          <p:nvPr/>
        </p:nvSpPr>
        <p:spPr>
          <a:xfrm>
            <a:off x="9414000" y="-52056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76" name=""/>
          <p:cNvSpPr/>
          <p:nvPr/>
        </p:nvSpPr>
        <p:spPr>
          <a:xfrm>
            <a:off x="8712000" y="-52056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
        <p:nvSpPr>
          <p:cNvPr id="77" name=""/>
          <p:cNvSpPr/>
          <p:nvPr/>
        </p:nvSpPr>
        <p:spPr>
          <a:xfrm>
            <a:off x="288000" y="-52092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w="36000">
            <a:solidFill>
              <a:srgbClr val="ffde59"/>
            </a:solidFill>
            <a:round/>
          </a:ln>
        </p:spPr>
        <p:style>
          <a:lnRef idx="0"/>
          <a:fillRef idx="0"/>
          <a:effectRef idx="0"/>
          <a:fontRef idx="minor"/>
        </p:style>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pSp>
        <p:nvGrpSpPr>
          <p:cNvPr id="114" name=""/>
          <p:cNvGrpSpPr/>
          <p:nvPr/>
        </p:nvGrpSpPr>
        <p:grpSpPr>
          <a:xfrm>
            <a:off x="-360000" y="4896000"/>
            <a:ext cx="10854000" cy="1260360"/>
            <a:chOff x="-360000" y="4896000"/>
            <a:chExt cx="10854000" cy="1260360"/>
          </a:xfrm>
        </p:grpSpPr>
        <p:sp>
          <p:nvSpPr>
            <p:cNvPr id="115" name=""/>
            <p:cNvSpPr/>
            <p:nvPr/>
          </p:nvSpPr>
          <p:spPr>
            <a:xfrm flipH="1">
              <a:off x="9432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16" name=""/>
            <p:cNvSpPr/>
            <p:nvPr/>
          </p:nvSpPr>
          <p:spPr>
            <a:xfrm flipH="1">
              <a:off x="9792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17" name=""/>
            <p:cNvSpPr/>
            <p:nvPr/>
          </p:nvSpPr>
          <p:spPr>
            <a:xfrm flipH="1">
              <a:off x="8028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18" name=""/>
            <p:cNvSpPr/>
            <p:nvPr/>
          </p:nvSpPr>
          <p:spPr>
            <a:xfrm flipH="1">
              <a:off x="8730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cap="rnd" w="36000">
              <a:solidFill>
                <a:srgbClr val="ffde59"/>
              </a:solidFill>
              <a:round/>
            </a:ln>
          </p:spPr>
          <p:style>
            <a:lnRef idx="0"/>
            <a:fillRef idx="0"/>
            <a:effectRef idx="0"/>
            <a:fontRef idx="minor"/>
          </p:style>
        </p:sp>
        <p:sp>
          <p:nvSpPr>
            <p:cNvPr id="119" name=""/>
            <p:cNvSpPr/>
            <p:nvPr/>
          </p:nvSpPr>
          <p:spPr>
            <a:xfrm flipH="1">
              <a:off x="8388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20" name=""/>
            <p:cNvSpPr/>
            <p:nvPr/>
          </p:nvSpPr>
          <p:spPr>
            <a:xfrm flipH="1">
              <a:off x="6984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21" name=""/>
            <p:cNvSpPr/>
            <p:nvPr/>
          </p:nvSpPr>
          <p:spPr>
            <a:xfrm flipH="1">
              <a:off x="7686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22" name=""/>
            <p:cNvSpPr/>
            <p:nvPr/>
          </p:nvSpPr>
          <p:spPr>
            <a:xfrm flipH="1">
              <a:off x="6624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23" name=""/>
            <p:cNvSpPr/>
            <p:nvPr/>
          </p:nvSpPr>
          <p:spPr>
            <a:xfrm flipH="1">
              <a:off x="7326000" y="4896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24" name=""/>
            <p:cNvSpPr/>
            <p:nvPr/>
          </p:nvSpPr>
          <p:spPr>
            <a:xfrm flipH="1">
              <a:off x="5922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25" name=""/>
            <p:cNvSpPr/>
            <p:nvPr/>
          </p:nvSpPr>
          <p:spPr>
            <a:xfrm flipH="1">
              <a:off x="6282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26" name=""/>
            <p:cNvSpPr/>
            <p:nvPr/>
          </p:nvSpPr>
          <p:spPr>
            <a:xfrm flipH="1">
              <a:off x="5238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27" name=""/>
            <p:cNvSpPr/>
            <p:nvPr/>
          </p:nvSpPr>
          <p:spPr>
            <a:xfrm flipH="1">
              <a:off x="4878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28" name=""/>
            <p:cNvSpPr/>
            <p:nvPr/>
          </p:nvSpPr>
          <p:spPr>
            <a:xfrm flipH="1">
              <a:off x="5580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29" name=""/>
            <p:cNvSpPr/>
            <p:nvPr/>
          </p:nvSpPr>
          <p:spPr>
            <a:xfrm flipH="1">
              <a:off x="3852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30" name=""/>
            <p:cNvSpPr/>
            <p:nvPr/>
          </p:nvSpPr>
          <p:spPr>
            <a:xfrm flipH="1">
              <a:off x="4536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31" name=""/>
            <p:cNvSpPr/>
            <p:nvPr/>
          </p:nvSpPr>
          <p:spPr>
            <a:xfrm flipH="1">
              <a:off x="4176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32" name=""/>
            <p:cNvSpPr/>
            <p:nvPr/>
          </p:nvSpPr>
          <p:spPr>
            <a:xfrm flipH="1">
              <a:off x="2772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33" name=""/>
            <p:cNvSpPr/>
            <p:nvPr/>
          </p:nvSpPr>
          <p:spPr>
            <a:xfrm flipH="1">
              <a:off x="3474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34" name=""/>
            <p:cNvSpPr/>
            <p:nvPr/>
          </p:nvSpPr>
          <p:spPr>
            <a:xfrm flipH="1">
              <a:off x="2448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35" name=""/>
            <p:cNvSpPr/>
            <p:nvPr/>
          </p:nvSpPr>
          <p:spPr>
            <a:xfrm flipH="1">
              <a:off x="3150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36" name=""/>
            <p:cNvSpPr/>
            <p:nvPr/>
          </p:nvSpPr>
          <p:spPr>
            <a:xfrm flipH="1">
              <a:off x="1746000" y="491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37" name=""/>
            <p:cNvSpPr/>
            <p:nvPr/>
          </p:nvSpPr>
          <p:spPr>
            <a:xfrm flipH="1">
              <a:off x="2070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38" name=""/>
            <p:cNvSpPr/>
            <p:nvPr/>
          </p:nvSpPr>
          <p:spPr>
            <a:xfrm flipH="1">
              <a:off x="1044000" y="491436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39" name=""/>
            <p:cNvSpPr/>
            <p:nvPr/>
          </p:nvSpPr>
          <p:spPr>
            <a:xfrm flipH="1">
              <a:off x="1368000" y="545436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40" name=""/>
            <p:cNvSpPr/>
            <p:nvPr/>
          </p:nvSpPr>
          <p:spPr>
            <a:xfrm flipH="1">
              <a:off x="-36000" y="545436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41" name=""/>
            <p:cNvSpPr/>
            <p:nvPr/>
          </p:nvSpPr>
          <p:spPr>
            <a:xfrm flipH="1">
              <a:off x="666000" y="545436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42" name=""/>
            <p:cNvSpPr/>
            <p:nvPr/>
          </p:nvSpPr>
          <p:spPr>
            <a:xfrm flipH="1">
              <a:off x="-360000" y="491436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sp>
          <p:nvSpPr>
            <p:cNvPr id="143" name=""/>
            <p:cNvSpPr/>
            <p:nvPr/>
          </p:nvSpPr>
          <p:spPr>
            <a:xfrm flipH="1">
              <a:off x="342000" y="491436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de59"/>
            </a:solidFill>
            <a:ln cap="rnd" w="36000">
              <a:solidFill>
                <a:srgbClr val="ffde59"/>
              </a:solidFill>
              <a:round/>
            </a:ln>
          </p:spPr>
          <p:style>
            <a:lnRef idx="0"/>
            <a:fillRef idx="0"/>
            <a:effectRef idx="0"/>
            <a:fontRef idx="minor"/>
          </p:style>
        </p:sp>
        <p:sp>
          <p:nvSpPr>
            <p:cNvPr id="144" name=""/>
            <p:cNvSpPr/>
            <p:nvPr/>
          </p:nvSpPr>
          <p:spPr>
            <a:xfrm flipH="1">
              <a:off x="9090000" y="5454000"/>
              <a:ext cx="702000" cy="702000"/>
            </a:xfrm>
            <a:custGeom>
              <a:avLst/>
              <a:gdLst/>
              <a:ahLst/>
              <a:rect l="l" t="t" r="r" b="b"/>
              <a:pathLst>
                <a:path w="1506471" h="1310630">
                  <a:moveTo>
                    <a:pt x="753236" y="0"/>
                  </a:moveTo>
                  <a:lnTo>
                    <a:pt x="1506470" y="285063"/>
                  </a:lnTo>
                  <a:lnTo>
                    <a:pt x="1506470" y="1025568"/>
                  </a:lnTo>
                  <a:lnTo>
                    <a:pt x="753236" y="1310630"/>
                  </a:lnTo>
                  <a:lnTo>
                    <a:pt x="1" y="1025568"/>
                  </a:lnTo>
                  <a:lnTo>
                    <a:pt x="1" y="285063"/>
                  </a:lnTo>
                  <a:lnTo>
                    <a:pt x="753236" y="0"/>
                  </a:lnTo>
                  <a:close/>
                </a:path>
              </a:pathLst>
            </a:custGeom>
            <a:solidFill>
              <a:srgbClr val="fff5ce"/>
            </a:solidFill>
            <a:ln cap="rnd" w="36000">
              <a:solidFill>
                <a:srgbClr val="ffde59"/>
              </a:solidFill>
              <a:round/>
            </a:ln>
          </p:spPr>
          <p:style>
            <a:lnRef idx="0"/>
            <a:fillRef idx="0"/>
            <a:effectRef idx="0"/>
            <a:fontRef idx="minor"/>
          </p:style>
        </p:sp>
      </p:grpSp>
      <p:sp>
        <p:nvSpPr>
          <p:cNvPr id="145" name="PlaceHolder 1"/>
          <p:cNvSpPr>
            <a:spLocks noGrp="1"/>
          </p:cNvSpPr>
          <p:nvPr>
            <p:ph type="title"/>
          </p:nvPr>
        </p:nvSpPr>
        <p:spPr>
          <a:xfrm>
            <a:off x="504000" y="225720"/>
            <a:ext cx="9071640" cy="946800"/>
          </a:xfrm>
          <a:prstGeom prst="rect">
            <a:avLst/>
          </a:prstGeom>
          <a:noFill/>
          <a:ln w="0">
            <a:noFill/>
          </a:ln>
        </p:spPr>
        <p:txBody>
          <a:bodyPr lIns="0" rIns="0" tIns="0" bIns="0" anchor="ctr">
            <a:noAutofit/>
          </a:bodyPr>
          <a:p>
            <a:pPr algn="ctr">
              <a:buNone/>
            </a:pPr>
            <a:r>
              <a:rPr b="0" lang="ru-RU" sz="3300" spc="-1" strike="noStrike">
                <a:latin typeface="Arial"/>
              </a:rPr>
              <a:t>Для правки текста заглавия щёлкните мышью</a:t>
            </a:r>
            <a:endParaRPr b="0" lang="ru-RU" sz="3300" spc="-1" strike="noStrike">
              <a:latin typeface="Arial"/>
            </a:endParaRPr>
          </a:p>
        </p:txBody>
      </p:sp>
      <p:sp>
        <p:nvSpPr>
          <p:cNvPr id="146"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spcAft>
                <a:spcPts val="1060"/>
              </a:spcAft>
              <a:buClr>
                <a:srgbClr val="000000"/>
              </a:buClr>
              <a:buSzPct val="45000"/>
              <a:buFont typeface="Wingdings" charset="2"/>
              <a:buChar char=""/>
            </a:pPr>
            <a:r>
              <a:rPr b="0" lang="ru-RU" sz="2400" spc="-1" strike="noStrike">
                <a:latin typeface="Arial"/>
              </a:rPr>
              <a:t>Для правки структуры щёлкните мышью</a:t>
            </a:r>
            <a:endParaRPr b="0" lang="ru-RU" sz="2400" spc="-1" strike="noStrike">
              <a:latin typeface="Arial"/>
            </a:endParaRPr>
          </a:p>
          <a:p>
            <a:pPr lvl="1" marL="864000" indent="-324000">
              <a:spcAft>
                <a:spcPts val="850"/>
              </a:spcAft>
              <a:buClr>
                <a:srgbClr val="000000"/>
              </a:buClr>
              <a:buSzPct val="75000"/>
              <a:buFont typeface="Symbol" charset="2"/>
              <a:buChar char=""/>
            </a:pPr>
            <a:r>
              <a:rPr b="0" lang="ru-RU" sz="2100" spc="-1" strike="noStrike">
                <a:latin typeface="Arial"/>
              </a:rPr>
              <a:t>Второй уровень структуры</a:t>
            </a:r>
            <a:endParaRPr b="0" lang="ru-RU" sz="2100" spc="-1" strike="noStrike">
              <a:latin typeface="Arial"/>
            </a:endParaRPr>
          </a:p>
          <a:p>
            <a:pPr lvl="2" marL="1296000" indent="-288000">
              <a:spcAft>
                <a:spcPts val="635"/>
              </a:spcAft>
              <a:buClr>
                <a:srgbClr val="000000"/>
              </a:buClr>
              <a:buSzPct val="45000"/>
              <a:buFont typeface="Wingdings" charset="2"/>
              <a:buChar char=""/>
            </a:pPr>
            <a:r>
              <a:rPr b="0" lang="ru-RU" sz="1800" spc="-1" strike="noStrike">
                <a:latin typeface="Arial"/>
              </a:rPr>
              <a:t>Третий уровень структуры</a:t>
            </a:r>
            <a:endParaRPr b="0" lang="ru-RU" sz="1800" spc="-1" strike="noStrike">
              <a:latin typeface="Arial"/>
            </a:endParaRPr>
          </a:p>
          <a:p>
            <a:pPr lvl="3" marL="1728000" indent="-216000">
              <a:spcAft>
                <a:spcPts val="422"/>
              </a:spcAft>
              <a:buClr>
                <a:srgbClr val="000000"/>
              </a:buClr>
              <a:buSzPct val="75000"/>
              <a:buFont typeface="Symbol" charset="2"/>
              <a:buChar char=""/>
            </a:pPr>
            <a:r>
              <a:rPr b="0" lang="ru-RU" sz="1500" spc="-1" strike="noStrike">
                <a:latin typeface="Arial"/>
              </a:rPr>
              <a:t>Четвёртый уровень структуры</a:t>
            </a:r>
            <a:endParaRPr b="0" lang="ru-RU" sz="1500" spc="-1" strike="noStrike">
              <a:latin typeface="Arial"/>
            </a:endParaRPr>
          </a:p>
          <a:p>
            <a:pPr lvl="4" marL="2160000" indent="-216000">
              <a:spcAft>
                <a:spcPts val="210"/>
              </a:spcAft>
              <a:buClr>
                <a:srgbClr val="000000"/>
              </a:buClr>
              <a:buSzPct val="45000"/>
              <a:buFont typeface="Wingdings" charset="2"/>
              <a:buChar char=""/>
            </a:pPr>
            <a:r>
              <a:rPr b="0" lang="ru-RU" sz="1500" spc="-1" strike="noStrike">
                <a:latin typeface="Arial"/>
              </a:rPr>
              <a:t>Пятый уровень структуры</a:t>
            </a:r>
            <a:endParaRPr b="0" lang="ru-RU" sz="1500" spc="-1" strike="noStrike">
              <a:latin typeface="Arial"/>
            </a:endParaRPr>
          </a:p>
          <a:p>
            <a:pPr lvl="5" marL="2592000" indent="-216000">
              <a:spcAft>
                <a:spcPts val="210"/>
              </a:spcAft>
              <a:buClr>
                <a:srgbClr val="000000"/>
              </a:buClr>
              <a:buSzPct val="45000"/>
              <a:buFont typeface="Wingdings" charset="2"/>
              <a:buChar char=""/>
            </a:pPr>
            <a:r>
              <a:rPr b="0" lang="ru-RU" sz="1500" spc="-1" strike="noStrike">
                <a:latin typeface="Arial"/>
              </a:rPr>
              <a:t>Шестой уровень структуры</a:t>
            </a:r>
            <a:endParaRPr b="0" lang="ru-RU" sz="1500" spc="-1" strike="noStrike">
              <a:latin typeface="Arial"/>
            </a:endParaRPr>
          </a:p>
          <a:p>
            <a:pPr lvl="6" marL="3024000" indent="-216000">
              <a:spcAft>
                <a:spcPts val="210"/>
              </a:spcAft>
              <a:buClr>
                <a:srgbClr val="000000"/>
              </a:buClr>
              <a:buSzPct val="45000"/>
              <a:buFont typeface="Wingdings" charset="2"/>
              <a:buChar char=""/>
            </a:pPr>
            <a:r>
              <a:rPr b="0" lang="ru-RU" sz="1500" spc="-1" strike="noStrike">
                <a:latin typeface="Arial"/>
              </a:rPr>
              <a:t>Седьмой уровень структуры</a:t>
            </a:r>
            <a:endParaRPr b="0" lang="ru-RU" sz="1500" spc="-1" strike="noStrike">
              <a:latin typeface="Arial"/>
            </a:endParaRPr>
          </a:p>
        </p:txBody>
      </p:sp>
      <p:sp>
        <p:nvSpPr>
          <p:cNvPr id="147" name=""/>
          <p:cNvSpPr txBox="1"/>
          <p:nvPr/>
        </p:nvSpPr>
        <p:spPr>
          <a:xfrm>
            <a:off x="342000" y="4914360"/>
            <a:ext cx="2401200" cy="702000"/>
          </a:xfrm>
          <a:prstGeom prst="rect">
            <a:avLst/>
          </a:prstGeom>
          <a:noFill/>
          <a:ln w="0">
            <a:noFill/>
          </a:ln>
        </p:spPr>
        <p:txBody>
          <a:bodyPr lIns="0" rIns="0" tIns="0" bIns="0" anchor="ctr">
            <a:noAutofit/>
          </a:bodyPr>
          <a:p>
            <a:r>
              <a:rPr b="0" lang="ru-RU" sz="1400" spc="-1" strike="noStrike">
                <a:latin typeface="Arial"/>
              </a:rPr>
              <a:t>&lt;дата/время&gt;</a:t>
            </a:r>
            <a:endParaRPr b="0" lang="ru-RU" sz="1400" spc="-1" strike="noStrike">
              <a:latin typeface="Arial"/>
            </a:endParaRPr>
          </a:p>
        </p:txBody>
      </p:sp>
      <p:sp>
        <p:nvSpPr>
          <p:cNvPr id="148" name=""/>
          <p:cNvSpPr txBox="1"/>
          <p:nvPr/>
        </p:nvSpPr>
        <p:spPr>
          <a:xfrm>
            <a:off x="2744640" y="4914000"/>
            <a:ext cx="4581000" cy="704160"/>
          </a:xfrm>
          <a:prstGeom prst="rect">
            <a:avLst/>
          </a:prstGeom>
          <a:noFill/>
          <a:ln w="0">
            <a:noFill/>
          </a:ln>
        </p:spPr>
        <p:txBody>
          <a:bodyPr lIns="0" rIns="0" tIns="0" bIns="0" anchor="ctr">
            <a:noAutofit/>
          </a:bodyPr>
          <a:p>
            <a:pPr algn="ctr">
              <a:buNone/>
            </a:pPr>
            <a:r>
              <a:rPr b="0" lang="ru-RU" sz="1400" spc="-1" strike="noStrike">
                <a:latin typeface="Arial"/>
              </a:rPr>
              <a:t>&lt;нижний колонтитул&gt;</a:t>
            </a:r>
            <a:endParaRPr b="0" lang="ru-RU" sz="1400" spc="-1" strike="noStrike">
              <a:latin typeface="Arial"/>
            </a:endParaRPr>
          </a:p>
        </p:txBody>
      </p:sp>
      <p:sp>
        <p:nvSpPr>
          <p:cNvPr id="149" name=""/>
          <p:cNvSpPr txBox="1"/>
          <p:nvPr/>
        </p:nvSpPr>
        <p:spPr>
          <a:xfrm>
            <a:off x="8494200" y="4914000"/>
            <a:ext cx="1143000" cy="702000"/>
          </a:xfrm>
          <a:prstGeom prst="rect">
            <a:avLst/>
          </a:prstGeom>
          <a:noFill/>
          <a:ln w="0">
            <a:noFill/>
          </a:ln>
        </p:spPr>
        <p:txBody>
          <a:bodyPr lIns="0" rIns="0" tIns="0" bIns="0" anchor="ctr">
            <a:noAutofit/>
          </a:bodyPr>
          <a:p>
            <a:pPr algn="ctr">
              <a:buNone/>
            </a:pPr>
            <a:fld id="{63D51AB2-6150-422B-8759-0614B8F52316}" type="slidenum">
              <a:rPr b="0" lang="ru-RU" sz="1400" spc="-1" strike="noStrike">
                <a:latin typeface="Arial"/>
              </a:rPr>
              <a:t>&lt;номер&gt;</a:t>
            </a:fld>
            <a:endParaRPr b="0" lang="ru-RU" sz="1400" spc="-1" strike="noStrike">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186" name="PlaceHolder 1"/>
          <p:cNvSpPr>
            <a:spLocks noGrp="1"/>
          </p:cNvSpPr>
          <p:nvPr>
            <p:ph type="title"/>
          </p:nvPr>
        </p:nvSpPr>
        <p:spPr>
          <a:xfrm>
            <a:off x="504000" y="226080"/>
            <a:ext cx="9071640" cy="946440"/>
          </a:xfrm>
          <a:prstGeom prst="rect">
            <a:avLst/>
          </a:prstGeom>
          <a:noFill/>
          <a:ln w="0">
            <a:noFill/>
          </a:ln>
        </p:spPr>
        <p:txBody>
          <a:bodyPr lIns="0" rIns="0" tIns="0" bIns="0" anchor="ctr">
            <a:noAutofit/>
          </a:bodyPr>
          <a:p>
            <a:r>
              <a:rPr b="0" lang="ru-RU" sz="1800" spc="-1" strike="noStrike">
                <a:solidFill>
                  <a:srgbClr val="000000"/>
                </a:solidFill>
                <a:latin typeface="Arial"/>
              </a:rPr>
              <a:t>Для правки текста заглавия щёлкните мышью</a:t>
            </a:r>
            <a:endParaRPr b="0" lang="ru-RU" sz="1800" spc="-1" strike="noStrike">
              <a:solidFill>
                <a:srgbClr val="000000"/>
              </a:solidFill>
              <a:latin typeface="Arial"/>
            </a:endParaRPr>
          </a:p>
        </p:txBody>
      </p:sp>
      <p:sp>
        <p:nvSpPr>
          <p:cNvPr id="187" name="PlaceHolder 2"/>
          <p:cNvSpPr>
            <a:spLocks noGrp="1"/>
          </p:cNvSpPr>
          <p:nvPr>
            <p:ph type="body"/>
          </p:nvPr>
        </p:nvSpPr>
        <p:spPr>
          <a:xfrm>
            <a:off x="504000" y="1326600"/>
            <a:ext cx="9071640" cy="3288240"/>
          </a:xfrm>
          <a:prstGeom prst="rect">
            <a:avLst/>
          </a:prstGeom>
          <a:noFill/>
          <a:ln w="0">
            <a:noFill/>
          </a:ln>
        </p:spPr>
        <p:txBody>
          <a:bodyPr lIns="0" rIns="0" tIns="0" bIns="0" anchor="t">
            <a:normAutofit/>
          </a:bodyPr>
          <a:p>
            <a:pPr marL="432000" indent="-324000">
              <a:lnSpc>
                <a:spcPct val="90000"/>
              </a:lnSpc>
              <a:spcBef>
                <a:spcPts val="1417"/>
              </a:spcBef>
              <a:buClr>
                <a:srgbClr val="000000"/>
              </a:buClr>
              <a:buSzPct val="45000"/>
              <a:buFont typeface="Wingdings" charset="2"/>
              <a:buChar char=""/>
            </a:pPr>
            <a:r>
              <a:rPr b="0" lang="ru-RU" sz="2800" spc="-1" strike="noStrike">
                <a:solidFill>
                  <a:srgbClr val="000000"/>
                </a:solidFill>
                <a:latin typeface="Arial"/>
              </a:rPr>
              <a:t>Для правки структуры щёлкните мышью</a:t>
            </a:r>
            <a:endParaRPr b="0" lang="ru-RU" sz="2800" spc="-1" strike="noStrike">
              <a:solidFill>
                <a:srgbClr val="000000"/>
              </a:solidFill>
              <a:latin typeface="Arial"/>
            </a:endParaRPr>
          </a:p>
          <a:p>
            <a:pPr lvl="1" marL="864000" indent="-324000">
              <a:lnSpc>
                <a:spcPct val="90000"/>
              </a:lnSpc>
              <a:spcBef>
                <a:spcPts val="1134"/>
              </a:spcBef>
              <a:buClr>
                <a:srgbClr val="000000"/>
              </a:buClr>
              <a:buSzPct val="75000"/>
              <a:buFont typeface="Symbol" charset="2"/>
              <a:buChar char=""/>
            </a:pPr>
            <a:r>
              <a:rPr b="0" lang="ru-RU" sz="2000" spc="-1" strike="noStrike">
                <a:solidFill>
                  <a:srgbClr val="000000"/>
                </a:solidFill>
                <a:latin typeface="Arial"/>
              </a:rPr>
              <a:t>Второй уровень структуры</a:t>
            </a:r>
            <a:endParaRPr b="0" lang="ru-RU" sz="2000" spc="-1" strike="noStrike">
              <a:solidFill>
                <a:srgbClr val="000000"/>
              </a:solidFill>
              <a:latin typeface="Arial"/>
            </a:endParaRPr>
          </a:p>
          <a:p>
            <a:pPr lvl="2" marL="1296000" indent="-288000">
              <a:lnSpc>
                <a:spcPct val="90000"/>
              </a:lnSpc>
              <a:spcBef>
                <a:spcPts val="850"/>
              </a:spcBef>
              <a:buClr>
                <a:srgbClr val="000000"/>
              </a:buClr>
              <a:buSzPct val="45000"/>
              <a:buFont typeface="Wingdings" charset="2"/>
              <a:buChar char=""/>
            </a:pPr>
            <a:r>
              <a:rPr b="0" lang="ru-RU" sz="1800" spc="-1" strike="noStrike">
                <a:solidFill>
                  <a:srgbClr val="000000"/>
                </a:solidFill>
                <a:latin typeface="Arial"/>
              </a:rPr>
              <a:t>Третий уровень структуры</a:t>
            </a:r>
            <a:endParaRPr b="0" lang="ru-RU" sz="1800" spc="-1" strike="noStrike">
              <a:solidFill>
                <a:srgbClr val="000000"/>
              </a:solidFill>
              <a:latin typeface="Arial"/>
            </a:endParaRPr>
          </a:p>
          <a:p>
            <a:pPr lvl="3" marL="1728000" indent="-216000">
              <a:lnSpc>
                <a:spcPct val="90000"/>
              </a:lnSpc>
              <a:spcBef>
                <a:spcPts val="567"/>
              </a:spcBef>
              <a:buClr>
                <a:srgbClr val="000000"/>
              </a:buClr>
              <a:buSzPct val="75000"/>
              <a:buFont typeface="Symbol" charset="2"/>
              <a:buChar char=""/>
            </a:pPr>
            <a:r>
              <a:rPr b="0" lang="ru-RU" sz="1800" spc="-1" strike="noStrike">
                <a:solidFill>
                  <a:srgbClr val="000000"/>
                </a:solidFill>
                <a:latin typeface="Arial"/>
              </a:rPr>
              <a:t>Четвёртый уровень структуры</a:t>
            </a:r>
            <a:endParaRPr b="0" lang="ru-RU" sz="1800" spc="-1" strike="noStrike">
              <a:solidFill>
                <a:srgbClr val="000000"/>
              </a:solidFill>
              <a:latin typeface="Arial"/>
            </a:endParaRPr>
          </a:p>
          <a:p>
            <a:pPr lvl="4" marL="2160000" indent="-216000">
              <a:lnSpc>
                <a:spcPct val="90000"/>
              </a:lnSpc>
              <a:spcBef>
                <a:spcPts val="283"/>
              </a:spcBef>
              <a:buClr>
                <a:srgbClr val="000000"/>
              </a:buClr>
              <a:buSzPct val="45000"/>
              <a:buFont typeface="Wingdings" charset="2"/>
              <a:buChar char=""/>
            </a:pPr>
            <a:r>
              <a:rPr b="0" lang="ru-RU" sz="2000" spc="-1" strike="noStrike">
                <a:solidFill>
                  <a:srgbClr val="000000"/>
                </a:solidFill>
                <a:latin typeface="Arial"/>
              </a:rPr>
              <a:t>Пятый уровень структуры</a:t>
            </a:r>
            <a:endParaRPr b="0" lang="ru-RU" sz="2000" spc="-1" strike="noStrike">
              <a:solidFill>
                <a:srgbClr val="000000"/>
              </a:solidFill>
              <a:latin typeface="Arial"/>
            </a:endParaRPr>
          </a:p>
          <a:p>
            <a:pPr lvl="5" marL="2592000" indent="-216000">
              <a:lnSpc>
                <a:spcPct val="90000"/>
              </a:lnSpc>
              <a:spcBef>
                <a:spcPts val="283"/>
              </a:spcBef>
              <a:buClr>
                <a:srgbClr val="000000"/>
              </a:buClr>
              <a:buSzPct val="45000"/>
              <a:buFont typeface="Wingdings" charset="2"/>
              <a:buChar char=""/>
            </a:pPr>
            <a:r>
              <a:rPr b="0" lang="ru-RU" sz="2000" spc="-1" strike="noStrike">
                <a:solidFill>
                  <a:srgbClr val="000000"/>
                </a:solidFill>
                <a:latin typeface="Arial"/>
              </a:rPr>
              <a:t>Шестой уровень структуры</a:t>
            </a:r>
            <a:endParaRPr b="0" lang="ru-RU" sz="2000" spc="-1" strike="noStrike">
              <a:solidFill>
                <a:srgbClr val="000000"/>
              </a:solidFill>
              <a:latin typeface="Arial"/>
            </a:endParaRPr>
          </a:p>
          <a:p>
            <a:pPr lvl="6" marL="3024000" indent="-216000">
              <a:lnSpc>
                <a:spcPct val="90000"/>
              </a:lnSpc>
              <a:spcBef>
                <a:spcPts val="283"/>
              </a:spcBef>
              <a:buClr>
                <a:srgbClr val="000000"/>
              </a:buClr>
              <a:buSzPct val="45000"/>
              <a:buFont typeface="Wingdings" charset="2"/>
              <a:buChar char=""/>
            </a:pPr>
            <a:r>
              <a:rPr b="0" lang="ru-RU" sz="2000" spc="-1" strike="noStrike">
                <a:solidFill>
                  <a:srgbClr val="000000"/>
                </a:solidFill>
                <a:latin typeface="Arial"/>
              </a:rPr>
              <a:t>Седьмой уровень структуры</a:t>
            </a:r>
            <a:endParaRPr b="0" lang="ru-RU"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Masters/slideMaster4.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24" name="Рисунок 39" descr=""/>
          <p:cNvPicPr/>
          <p:nvPr/>
        </p:nvPicPr>
        <p:blipFill>
          <a:blip r:embed="rId2"/>
          <a:stretch/>
        </p:blipFill>
        <p:spPr>
          <a:xfrm>
            <a:off x="5760" y="0"/>
            <a:ext cx="10077480" cy="322200"/>
          </a:xfrm>
          <a:prstGeom prst="rect">
            <a:avLst/>
          </a:prstGeom>
          <a:ln w="0">
            <a:noFill/>
          </a:ln>
        </p:spPr>
      </p:pic>
      <p:pic>
        <p:nvPicPr>
          <p:cNvPr id="225" name="Рисунок 40" descr=""/>
          <p:cNvPicPr/>
          <p:nvPr/>
        </p:nvPicPr>
        <p:blipFill>
          <a:blip r:embed="rId3"/>
          <a:stretch/>
        </p:blipFill>
        <p:spPr>
          <a:xfrm>
            <a:off x="5760" y="5356440"/>
            <a:ext cx="10077480" cy="322200"/>
          </a:xfrm>
          <a:prstGeom prst="rect">
            <a:avLst/>
          </a:prstGeom>
          <a:ln w="0">
            <a:noFill/>
          </a:ln>
        </p:spPr>
      </p:pic>
      <p:sp>
        <p:nvSpPr>
          <p:cNvPr id="226" name="CustomShape 1"/>
          <p:cNvSpPr/>
          <p:nvPr/>
        </p:nvSpPr>
        <p:spPr>
          <a:xfrm>
            <a:off x="1728000" y="5399640"/>
            <a:ext cx="2346480" cy="389160"/>
          </a:xfrm>
          <a:prstGeom prst="rect">
            <a:avLst/>
          </a:prstGeom>
          <a:noFill/>
          <a:ln w="0">
            <a:noFill/>
          </a:ln>
        </p:spPr>
        <p:style>
          <a:lnRef idx="0"/>
          <a:fillRef idx="0"/>
          <a:effectRef idx="0"/>
          <a:fontRef idx="minor"/>
        </p:style>
        <p:txBody>
          <a:bodyPr lIns="0" rIns="0" tIns="0" bIns="0" anchor="t">
            <a:noAutofit/>
          </a:bodyPr>
          <a:p>
            <a:pPr>
              <a:lnSpc>
                <a:spcPct val="100000"/>
              </a:lnSpc>
              <a:buNone/>
            </a:pPr>
            <a:r>
              <a:rPr b="0" lang="ru-RU" sz="1400" spc="-1" strike="noStrike">
                <a:solidFill>
                  <a:srgbClr val="ffffff"/>
                </a:solidFill>
                <a:latin typeface="Arial"/>
                <a:ea typeface="DejaVu Sans"/>
              </a:rPr>
              <a:t>&lt;дата/время&gt;</a:t>
            </a:r>
            <a:endParaRPr b="0" lang="ru-RU" sz="1400" spc="-1" strike="noStrike">
              <a:latin typeface="Arial"/>
            </a:endParaRPr>
          </a:p>
        </p:txBody>
      </p:sp>
      <p:sp>
        <p:nvSpPr>
          <p:cNvPr id="227" name="CustomShape 2"/>
          <p:cNvSpPr/>
          <p:nvPr/>
        </p:nvSpPr>
        <p:spPr>
          <a:xfrm>
            <a:off x="4221000" y="5399640"/>
            <a:ext cx="3192840" cy="389160"/>
          </a:xfrm>
          <a:prstGeom prst="rect">
            <a:avLst/>
          </a:prstGeom>
          <a:noFill/>
          <a:ln w="0">
            <a:noFill/>
          </a:ln>
        </p:spPr>
        <p:style>
          <a:lnRef idx="0"/>
          <a:fillRef idx="0"/>
          <a:effectRef idx="0"/>
          <a:fontRef idx="minor"/>
        </p:style>
        <p:txBody>
          <a:bodyPr lIns="0" rIns="0" tIns="0" bIns="0" anchor="t">
            <a:noAutofit/>
          </a:bodyPr>
          <a:p>
            <a:pPr algn="ctr">
              <a:lnSpc>
                <a:spcPct val="100000"/>
              </a:lnSpc>
              <a:buNone/>
            </a:pPr>
            <a:r>
              <a:rPr b="0" lang="ru-RU" sz="1400" spc="-1" strike="noStrike">
                <a:solidFill>
                  <a:srgbClr val="ffffff"/>
                </a:solidFill>
                <a:latin typeface="Arial"/>
                <a:ea typeface="DejaVu Sans"/>
              </a:rPr>
              <a:t>&lt;нижний колонтитул&gt;</a:t>
            </a:r>
            <a:endParaRPr b="0" lang="ru-RU" sz="1400" spc="-1" strike="noStrike">
              <a:latin typeface="Arial"/>
            </a:endParaRPr>
          </a:p>
        </p:txBody>
      </p:sp>
      <p:sp>
        <p:nvSpPr>
          <p:cNvPr id="228" name="CustomShape 3"/>
          <p:cNvSpPr/>
          <p:nvPr/>
        </p:nvSpPr>
        <p:spPr>
          <a:xfrm>
            <a:off x="7659000" y="5399640"/>
            <a:ext cx="2346480" cy="389160"/>
          </a:xfrm>
          <a:prstGeom prst="rect">
            <a:avLst/>
          </a:prstGeom>
          <a:noFill/>
          <a:ln w="0">
            <a:noFill/>
          </a:ln>
        </p:spPr>
        <p:style>
          <a:lnRef idx="0"/>
          <a:fillRef idx="0"/>
          <a:effectRef idx="0"/>
          <a:fontRef idx="minor"/>
        </p:style>
        <p:txBody>
          <a:bodyPr lIns="0" rIns="0" tIns="0" bIns="0" anchor="t">
            <a:noAutofit/>
          </a:bodyPr>
          <a:p>
            <a:pPr algn="r">
              <a:lnSpc>
                <a:spcPct val="100000"/>
              </a:lnSpc>
              <a:buNone/>
            </a:pPr>
            <a:fld id="{3B6F6B8C-EFCC-4C6E-9C01-29F19B1F5B44}" type="slidenum">
              <a:rPr b="0" lang="ru-RU" sz="1400" spc="-1" strike="noStrike">
                <a:solidFill>
                  <a:srgbClr val="ffffff"/>
                </a:solidFill>
                <a:latin typeface="Arial"/>
                <a:ea typeface="DejaVu Sans"/>
              </a:rPr>
              <a:t>&lt;номер&gt;</a:t>
            </a:fld>
            <a:endParaRPr b="0" lang="ru-RU" sz="1400" spc="-1" strike="noStrike">
              <a:latin typeface="Arial"/>
            </a:endParaRPr>
          </a:p>
        </p:txBody>
      </p:sp>
      <p:sp>
        <p:nvSpPr>
          <p:cNvPr id="229" name="PlaceHolder 1"/>
          <p:cNvSpPr>
            <a:spLocks noGrp="1"/>
          </p:cNvSpPr>
          <p:nvPr>
            <p:ph type="title"/>
          </p:nvPr>
        </p:nvSpPr>
        <p:spPr>
          <a:xfrm>
            <a:off x="503640" y="73800"/>
            <a:ext cx="9070920" cy="1249920"/>
          </a:xfrm>
          <a:prstGeom prst="rect">
            <a:avLst/>
          </a:prstGeom>
          <a:noFill/>
          <a:ln w="0">
            <a:noFill/>
          </a:ln>
        </p:spPr>
        <p:txBody>
          <a:bodyPr lIns="0" rIns="0" tIns="0" bIns="0" anchor="ctr">
            <a:noAutofit/>
          </a:bodyPr>
          <a:p>
            <a:r>
              <a:rPr b="0" lang="ru-RU" sz="4400" spc="-1" strike="noStrike">
                <a:solidFill>
                  <a:srgbClr val="000000"/>
                </a:solidFill>
                <a:latin typeface="Arial"/>
              </a:rPr>
              <a:t>Для правки текста заглавия щёлкните мышью</a:t>
            </a:r>
            <a:endParaRPr b="0" lang="ru-RU" sz="4400" spc="-1" strike="noStrike">
              <a:solidFill>
                <a:srgbClr val="000000"/>
              </a:solidFill>
              <a:latin typeface="Arial"/>
            </a:endParaRPr>
          </a:p>
        </p:txBody>
      </p:sp>
      <p:sp>
        <p:nvSpPr>
          <p:cNvPr id="230" name="PlaceHolder 2"/>
          <p:cNvSpPr>
            <a:spLocks noGrp="1"/>
          </p:cNvSpPr>
          <p:nvPr>
            <p:ph type="body"/>
          </p:nvPr>
        </p:nvSpPr>
        <p:spPr>
          <a:xfrm>
            <a:off x="503640" y="1326240"/>
            <a:ext cx="9071280" cy="3288240"/>
          </a:xfrm>
          <a:prstGeom prst="rect">
            <a:avLst/>
          </a:prstGeom>
          <a:noFill/>
          <a:ln w="0">
            <a:noFill/>
          </a:ln>
        </p:spPr>
        <p:txBody>
          <a:bodyPr lIns="0" rIns="0" tIns="0" bIns="0" anchor="t">
            <a:normAutofit/>
          </a:bodyPr>
          <a:p>
            <a:pPr marL="432000" indent="-324000">
              <a:lnSpc>
                <a:spcPct val="90000"/>
              </a:lnSpc>
              <a:spcBef>
                <a:spcPts val="1414"/>
              </a:spcBef>
              <a:buClr>
                <a:srgbClr val="000000"/>
              </a:buClr>
              <a:buSzPct val="45000"/>
              <a:buFont typeface="Wingdings" charset="2"/>
              <a:buChar char=""/>
            </a:pPr>
            <a:r>
              <a:rPr b="0" lang="ru-RU" sz="2800" spc="-1" strike="noStrike">
                <a:solidFill>
                  <a:srgbClr val="000000"/>
                </a:solidFill>
                <a:latin typeface="Arial"/>
              </a:rPr>
              <a:t>Для правки структуры щёлкните мышью</a:t>
            </a:r>
            <a:endParaRPr b="0" lang="ru-RU" sz="2800" spc="-1" strike="noStrike">
              <a:solidFill>
                <a:srgbClr val="000000"/>
              </a:solidFill>
              <a:latin typeface="Arial"/>
            </a:endParaRPr>
          </a:p>
          <a:p>
            <a:pPr lvl="1" marL="864000" indent="-324000">
              <a:lnSpc>
                <a:spcPct val="90000"/>
              </a:lnSpc>
              <a:spcBef>
                <a:spcPts val="1131"/>
              </a:spcBef>
              <a:buClr>
                <a:srgbClr val="000000"/>
              </a:buClr>
              <a:buSzPct val="75000"/>
              <a:buFont typeface="Symbol" charset="2"/>
              <a:buChar char=""/>
            </a:pPr>
            <a:r>
              <a:rPr b="0" lang="ru-RU" sz="2000" spc="-1" strike="noStrike">
                <a:solidFill>
                  <a:srgbClr val="000000"/>
                </a:solidFill>
                <a:latin typeface="Arial"/>
              </a:rPr>
              <a:t>Второй уровень структуры</a:t>
            </a:r>
            <a:endParaRPr b="0" lang="ru-RU" sz="2000" spc="-1" strike="noStrike">
              <a:solidFill>
                <a:srgbClr val="000000"/>
              </a:solidFill>
              <a:latin typeface="Arial"/>
            </a:endParaRPr>
          </a:p>
          <a:p>
            <a:pPr lvl="2" marL="1296000" indent="-288000">
              <a:lnSpc>
                <a:spcPct val="90000"/>
              </a:lnSpc>
              <a:spcBef>
                <a:spcPts val="848"/>
              </a:spcBef>
              <a:buClr>
                <a:srgbClr val="000000"/>
              </a:buClr>
              <a:buSzPct val="45000"/>
              <a:buFont typeface="Wingdings" charset="2"/>
              <a:buChar char=""/>
            </a:pPr>
            <a:r>
              <a:rPr b="0" lang="ru-RU" sz="1800" spc="-1" strike="noStrike">
                <a:solidFill>
                  <a:srgbClr val="000000"/>
                </a:solidFill>
                <a:latin typeface="Arial"/>
              </a:rPr>
              <a:t>Третий уровень структуры</a:t>
            </a:r>
            <a:endParaRPr b="0" lang="ru-RU" sz="1800" spc="-1" strike="noStrike">
              <a:solidFill>
                <a:srgbClr val="000000"/>
              </a:solidFill>
              <a:latin typeface="Arial"/>
            </a:endParaRPr>
          </a:p>
          <a:p>
            <a:pPr lvl="3" marL="1728000" indent="-216000">
              <a:lnSpc>
                <a:spcPct val="90000"/>
              </a:lnSpc>
              <a:spcBef>
                <a:spcPts val="564"/>
              </a:spcBef>
              <a:buClr>
                <a:srgbClr val="000000"/>
              </a:buClr>
              <a:buSzPct val="75000"/>
              <a:buFont typeface="Symbol" charset="2"/>
              <a:buChar char=""/>
            </a:pPr>
            <a:r>
              <a:rPr b="0" lang="ru-RU" sz="1800" spc="-1" strike="noStrike">
                <a:solidFill>
                  <a:srgbClr val="000000"/>
                </a:solidFill>
                <a:latin typeface="Arial"/>
              </a:rPr>
              <a:t>Четвёртый уровень структуры</a:t>
            </a:r>
            <a:endParaRPr b="0" lang="ru-RU" sz="1800" spc="-1" strike="noStrike">
              <a:solidFill>
                <a:srgbClr val="000000"/>
              </a:solidFill>
              <a:latin typeface="Arial"/>
            </a:endParaRPr>
          </a:p>
          <a:p>
            <a:pPr lvl="4" marL="2160000" indent="-216000">
              <a:lnSpc>
                <a:spcPct val="90000"/>
              </a:lnSpc>
              <a:spcBef>
                <a:spcPts val="281"/>
              </a:spcBef>
              <a:buClr>
                <a:srgbClr val="000000"/>
              </a:buClr>
              <a:buSzPct val="45000"/>
              <a:buFont typeface="Wingdings" charset="2"/>
              <a:buChar char=""/>
            </a:pPr>
            <a:r>
              <a:rPr b="0" lang="ru-RU" sz="2000" spc="-1" strike="noStrike">
                <a:solidFill>
                  <a:srgbClr val="000000"/>
                </a:solidFill>
                <a:latin typeface="Arial"/>
              </a:rPr>
              <a:t>Пятый уровень структуры</a:t>
            </a:r>
            <a:endParaRPr b="0" lang="ru-RU" sz="2000" spc="-1" strike="noStrike">
              <a:solidFill>
                <a:srgbClr val="000000"/>
              </a:solidFill>
              <a:latin typeface="Arial"/>
            </a:endParaRPr>
          </a:p>
          <a:p>
            <a:pPr lvl="5" marL="2592000" indent="-216000">
              <a:lnSpc>
                <a:spcPct val="90000"/>
              </a:lnSpc>
              <a:spcBef>
                <a:spcPts val="281"/>
              </a:spcBef>
              <a:buClr>
                <a:srgbClr val="000000"/>
              </a:buClr>
              <a:buSzPct val="45000"/>
              <a:buFont typeface="Wingdings" charset="2"/>
              <a:buChar char=""/>
            </a:pPr>
            <a:r>
              <a:rPr b="0" lang="ru-RU" sz="2000" spc="-1" strike="noStrike">
                <a:solidFill>
                  <a:srgbClr val="000000"/>
                </a:solidFill>
                <a:latin typeface="Arial"/>
              </a:rPr>
              <a:t>Шестой уровень структуры</a:t>
            </a:r>
            <a:endParaRPr b="0" lang="ru-RU" sz="2000" spc="-1" strike="noStrike">
              <a:solidFill>
                <a:srgbClr val="000000"/>
              </a:solidFill>
              <a:latin typeface="Arial"/>
            </a:endParaRPr>
          </a:p>
          <a:p>
            <a:pPr lvl="6" marL="3024000" indent="-216000">
              <a:lnSpc>
                <a:spcPct val="90000"/>
              </a:lnSpc>
              <a:spcBef>
                <a:spcPts val="281"/>
              </a:spcBef>
              <a:buClr>
                <a:srgbClr val="000000"/>
              </a:buClr>
              <a:buSzPct val="45000"/>
              <a:buFont typeface="Wingdings" charset="2"/>
              <a:buChar char=""/>
            </a:pPr>
            <a:r>
              <a:rPr b="0" lang="ru-RU" sz="2000" spc="-1" strike="noStrike">
                <a:solidFill>
                  <a:srgbClr val="000000"/>
                </a:solidFill>
                <a:latin typeface="Arial"/>
              </a:rPr>
              <a:t>Седьмой уровень структуры</a:t>
            </a:r>
            <a:endParaRPr b="0" lang="ru-RU"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Lst>
</p:sldMaster>
</file>

<file path=ppt/slideMasters/slideMaster5.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267" name="Рисунок 39" descr=""/>
          <p:cNvPicPr/>
          <p:nvPr/>
        </p:nvPicPr>
        <p:blipFill>
          <a:blip r:embed="rId2"/>
          <a:stretch/>
        </p:blipFill>
        <p:spPr>
          <a:xfrm>
            <a:off x="5760" y="0"/>
            <a:ext cx="10077480" cy="322200"/>
          </a:xfrm>
          <a:prstGeom prst="rect">
            <a:avLst/>
          </a:prstGeom>
          <a:ln w="0">
            <a:noFill/>
          </a:ln>
        </p:spPr>
      </p:pic>
      <p:pic>
        <p:nvPicPr>
          <p:cNvPr id="268" name="Рисунок 40" descr=""/>
          <p:cNvPicPr/>
          <p:nvPr/>
        </p:nvPicPr>
        <p:blipFill>
          <a:blip r:embed="rId3"/>
          <a:stretch/>
        </p:blipFill>
        <p:spPr>
          <a:xfrm>
            <a:off x="5760" y="5356440"/>
            <a:ext cx="10077480" cy="322200"/>
          </a:xfrm>
          <a:prstGeom prst="rect">
            <a:avLst/>
          </a:prstGeom>
          <a:ln w="0">
            <a:noFill/>
          </a:ln>
        </p:spPr>
      </p:pic>
      <p:sp>
        <p:nvSpPr>
          <p:cNvPr id="269" name="CustomShape 1"/>
          <p:cNvSpPr/>
          <p:nvPr/>
        </p:nvSpPr>
        <p:spPr>
          <a:xfrm>
            <a:off x="1728000" y="5399640"/>
            <a:ext cx="2346480" cy="389160"/>
          </a:xfrm>
          <a:prstGeom prst="rect">
            <a:avLst/>
          </a:prstGeom>
          <a:noFill/>
          <a:ln w="0">
            <a:noFill/>
          </a:ln>
        </p:spPr>
        <p:style>
          <a:lnRef idx="0"/>
          <a:fillRef idx="0"/>
          <a:effectRef idx="0"/>
          <a:fontRef idx="minor"/>
        </p:style>
        <p:txBody>
          <a:bodyPr lIns="0" rIns="0" tIns="0" bIns="0" anchor="t">
            <a:noAutofit/>
          </a:bodyPr>
          <a:p>
            <a:pPr>
              <a:lnSpc>
                <a:spcPct val="100000"/>
              </a:lnSpc>
              <a:buNone/>
            </a:pPr>
            <a:r>
              <a:rPr b="0" lang="ru-RU" sz="1400" spc="-1" strike="noStrike">
                <a:solidFill>
                  <a:srgbClr val="ffffff"/>
                </a:solidFill>
                <a:latin typeface="Arial"/>
                <a:ea typeface="DejaVu Sans"/>
              </a:rPr>
              <a:t>&lt;дата/время&gt;</a:t>
            </a:r>
            <a:endParaRPr b="0" lang="ru-RU" sz="1400" spc="-1" strike="noStrike">
              <a:latin typeface="Arial"/>
            </a:endParaRPr>
          </a:p>
        </p:txBody>
      </p:sp>
      <p:sp>
        <p:nvSpPr>
          <p:cNvPr id="270" name="CustomShape 2"/>
          <p:cNvSpPr/>
          <p:nvPr/>
        </p:nvSpPr>
        <p:spPr>
          <a:xfrm>
            <a:off x="4221000" y="5399640"/>
            <a:ext cx="3192840" cy="389160"/>
          </a:xfrm>
          <a:prstGeom prst="rect">
            <a:avLst/>
          </a:prstGeom>
          <a:noFill/>
          <a:ln w="0">
            <a:noFill/>
          </a:ln>
        </p:spPr>
        <p:style>
          <a:lnRef idx="0"/>
          <a:fillRef idx="0"/>
          <a:effectRef idx="0"/>
          <a:fontRef idx="minor"/>
        </p:style>
        <p:txBody>
          <a:bodyPr lIns="0" rIns="0" tIns="0" bIns="0" anchor="t">
            <a:noAutofit/>
          </a:bodyPr>
          <a:p>
            <a:pPr algn="ctr">
              <a:lnSpc>
                <a:spcPct val="100000"/>
              </a:lnSpc>
              <a:buNone/>
            </a:pPr>
            <a:r>
              <a:rPr b="0" lang="ru-RU" sz="1400" spc="-1" strike="noStrike">
                <a:solidFill>
                  <a:srgbClr val="ffffff"/>
                </a:solidFill>
                <a:latin typeface="Arial"/>
                <a:ea typeface="DejaVu Sans"/>
              </a:rPr>
              <a:t>&lt;нижний колонтитул&gt;</a:t>
            </a:r>
            <a:endParaRPr b="0" lang="ru-RU" sz="1400" spc="-1" strike="noStrike">
              <a:latin typeface="Arial"/>
            </a:endParaRPr>
          </a:p>
        </p:txBody>
      </p:sp>
      <p:sp>
        <p:nvSpPr>
          <p:cNvPr id="271" name="CustomShape 3"/>
          <p:cNvSpPr/>
          <p:nvPr/>
        </p:nvSpPr>
        <p:spPr>
          <a:xfrm>
            <a:off x="7659000" y="5399640"/>
            <a:ext cx="2346480" cy="389160"/>
          </a:xfrm>
          <a:prstGeom prst="rect">
            <a:avLst/>
          </a:prstGeom>
          <a:noFill/>
          <a:ln w="0">
            <a:noFill/>
          </a:ln>
        </p:spPr>
        <p:style>
          <a:lnRef idx="0"/>
          <a:fillRef idx="0"/>
          <a:effectRef idx="0"/>
          <a:fontRef idx="minor"/>
        </p:style>
        <p:txBody>
          <a:bodyPr lIns="0" rIns="0" tIns="0" bIns="0" anchor="t">
            <a:noAutofit/>
          </a:bodyPr>
          <a:p>
            <a:pPr algn="r">
              <a:lnSpc>
                <a:spcPct val="100000"/>
              </a:lnSpc>
              <a:buNone/>
            </a:pPr>
            <a:fld id="{CF46F68B-F098-4D78-B443-B5AE3DEE8CC4}" type="slidenum">
              <a:rPr b="0" lang="ru-RU" sz="1400" spc="-1" strike="noStrike">
                <a:solidFill>
                  <a:srgbClr val="ffffff"/>
                </a:solidFill>
                <a:latin typeface="Arial"/>
                <a:ea typeface="DejaVu Sans"/>
              </a:rPr>
              <a:t>&lt;номер&gt;</a:t>
            </a:fld>
            <a:endParaRPr b="0" lang="ru-RU" sz="1400" spc="-1" strike="noStrike">
              <a:latin typeface="Arial"/>
            </a:endParaRPr>
          </a:p>
        </p:txBody>
      </p:sp>
      <p:sp>
        <p:nvSpPr>
          <p:cNvPr id="272" name="PlaceHolder 1"/>
          <p:cNvSpPr>
            <a:spLocks noGrp="1"/>
          </p:cNvSpPr>
          <p:nvPr>
            <p:ph type="title"/>
          </p:nvPr>
        </p:nvSpPr>
        <p:spPr>
          <a:xfrm>
            <a:off x="503640" y="225720"/>
            <a:ext cx="9070920" cy="946080"/>
          </a:xfrm>
          <a:prstGeom prst="rect">
            <a:avLst/>
          </a:prstGeom>
          <a:noFill/>
          <a:ln w="0">
            <a:noFill/>
          </a:ln>
        </p:spPr>
        <p:txBody>
          <a:bodyPr lIns="0" rIns="0" tIns="0" bIns="0" anchor="ctr">
            <a:noAutofit/>
          </a:bodyPr>
          <a:p>
            <a:pPr>
              <a:lnSpc>
                <a:spcPct val="90000"/>
              </a:lnSpc>
              <a:buNone/>
            </a:pPr>
            <a:r>
              <a:rPr b="0" lang="ru-RU" sz="4400" spc="-1" strike="noStrike">
                <a:solidFill>
                  <a:srgbClr val="000000"/>
                </a:solidFill>
                <a:latin typeface="Arial"/>
                <a:ea typeface="DejaVu Sans"/>
              </a:rPr>
              <a:t>Образец заголовка</a:t>
            </a:r>
            <a:endParaRPr b="0" lang="ru-RU" sz="4400" spc="-1" strike="noStrike">
              <a:solidFill>
                <a:srgbClr val="000000"/>
              </a:solidFill>
              <a:latin typeface="Arial"/>
            </a:endParaRPr>
          </a:p>
        </p:txBody>
      </p:sp>
      <p:sp>
        <p:nvSpPr>
          <p:cNvPr id="273" name="PlaceHolder 2"/>
          <p:cNvSpPr>
            <a:spLocks noGrp="1"/>
          </p:cNvSpPr>
          <p:nvPr>
            <p:ph type="body"/>
          </p:nvPr>
        </p:nvSpPr>
        <p:spPr>
          <a:xfrm>
            <a:off x="503640" y="1326240"/>
            <a:ext cx="9070920" cy="3287880"/>
          </a:xfrm>
          <a:prstGeom prst="rect">
            <a:avLst/>
          </a:prstGeom>
          <a:noFill/>
          <a:ln w="0">
            <a:noFill/>
          </a:ln>
        </p:spPr>
        <p:txBody>
          <a:bodyPr lIns="0" rIns="0" tIns="0" bIns="0" anchor="t">
            <a:noAutofit/>
          </a:bodyPr>
          <a:p>
            <a:pPr marL="228600" indent="-228600">
              <a:lnSpc>
                <a:spcPct val="90000"/>
              </a:lnSpc>
              <a:spcBef>
                <a:spcPts val="1001"/>
              </a:spcBef>
              <a:buClr>
                <a:srgbClr val="000000"/>
              </a:buClr>
              <a:buFont typeface="Arial"/>
              <a:buChar char="•"/>
            </a:pPr>
            <a:r>
              <a:rPr b="0" lang="ru-RU" sz="2800" spc="-1" strike="noStrike">
                <a:solidFill>
                  <a:srgbClr val="000000"/>
                </a:solidFill>
                <a:latin typeface="Arial"/>
                <a:ea typeface="DejaVu Sans"/>
              </a:rPr>
              <a:t>Образец текста</a:t>
            </a:r>
            <a:endParaRPr b="0" lang="ru-RU" sz="2800" spc="-1" strike="noStrike">
              <a:solidFill>
                <a:srgbClr val="000000"/>
              </a:solidFill>
              <a:latin typeface="Arial"/>
            </a:endParaRPr>
          </a:p>
          <a:p>
            <a:pPr lvl="1" marL="685800" indent="-228600">
              <a:lnSpc>
                <a:spcPct val="90000"/>
              </a:lnSpc>
              <a:spcBef>
                <a:spcPts val="499"/>
              </a:spcBef>
              <a:buClr>
                <a:srgbClr val="000000"/>
              </a:buClr>
              <a:buFont typeface="Arial"/>
              <a:buChar char="•"/>
            </a:pPr>
            <a:r>
              <a:rPr b="0" lang="ru-RU" sz="2400" spc="-1" strike="noStrike">
                <a:solidFill>
                  <a:srgbClr val="000000"/>
                </a:solidFill>
                <a:latin typeface="Arial"/>
                <a:ea typeface="DejaVu Sans"/>
              </a:rPr>
              <a:t>Второй уровень</a:t>
            </a:r>
            <a:endParaRPr b="0" lang="ru-RU" sz="2400" spc="-1" strike="noStrike">
              <a:solidFill>
                <a:srgbClr val="000000"/>
              </a:solidFill>
              <a:latin typeface="Arial"/>
            </a:endParaRPr>
          </a:p>
          <a:p>
            <a:pPr lvl="2" marL="1143000" indent="-228600">
              <a:lnSpc>
                <a:spcPct val="90000"/>
              </a:lnSpc>
              <a:spcBef>
                <a:spcPts val="499"/>
              </a:spcBef>
              <a:buClr>
                <a:srgbClr val="000000"/>
              </a:buClr>
              <a:buFont typeface="Arial"/>
              <a:buChar char="•"/>
            </a:pPr>
            <a:r>
              <a:rPr b="0" lang="ru-RU" sz="2000" spc="-1" strike="noStrike">
                <a:solidFill>
                  <a:srgbClr val="000000"/>
                </a:solidFill>
                <a:latin typeface="Arial"/>
                <a:ea typeface="DejaVu Sans"/>
              </a:rPr>
              <a:t>Третий уровень</a:t>
            </a:r>
            <a:endParaRPr b="0" lang="ru-RU" sz="2000" spc="-1" strike="noStrike">
              <a:solidFill>
                <a:srgbClr val="000000"/>
              </a:solidFill>
              <a:latin typeface="Arial"/>
            </a:endParaRPr>
          </a:p>
          <a:p>
            <a:pPr lvl="3" marL="1600200" indent="-228600">
              <a:lnSpc>
                <a:spcPct val="90000"/>
              </a:lnSpc>
              <a:spcBef>
                <a:spcPts val="499"/>
              </a:spcBef>
              <a:buClr>
                <a:srgbClr val="000000"/>
              </a:buClr>
              <a:buFont typeface="Arial"/>
              <a:buChar char="•"/>
            </a:pPr>
            <a:r>
              <a:rPr b="0" lang="ru-RU" sz="1800" spc="-1" strike="noStrike">
                <a:solidFill>
                  <a:srgbClr val="000000"/>
                </a:solidFill>
                <a:latin typeface="Arial"/>
                <a:ea typeface="DejaVu Sans"/>
              </a:rPr>
              <a:t>Четвертый уровень</a:t>
            </a:r>
            <a:endParaRPr b="0" lang="ru-RU" sz="1800" spc="-1" strike="noStrike">
              <a:solidFill>
                <a:srgbClr val="000000"/>
              </a:solidFill>
              <a:latin typeface="Arial"/>
            </a:endParaRPr>
          </a:p>
          <a:p>
            <a:pPr lvl="4" marL="2057400" indent="-228600">
              <a:lnSpc>
                <a:spcPct val="90000"/>
              </a:lnSpc>
              <a:spcBef>
                <a:spcPts val="499"/>
              </a:spcBef>
              <a:buClr>
                <a:srgbClr val="000000"/>
              </a:buClr>
              <a:buFont typeface="Arial"/>
              <a:buChar char="•"/>
            </a:pPr>
            <a:r>
              <a:rPr b="0" lang="ru-RU" sz="1800" spc="-1" strike="noStrike">
                <a:solidFill>
                  <a:srgbClr val="000000"/>
                </a:solidFill>
                <a:latin typeface="Arial"/>
                <a:ea typeface="DejaVu Sans"/>
              </a:rPr>
              <a:t>Пятый уровень</a:t>
            </a:r>
            <a:endParaRPr b="0" lang="ru-RU" sz="1800" spc="-1" strike="noStrike">
              <a:solidFill>
                <a:srgbClr val="000000"/>
              </a:solidFill>
              <a:latin typeface="Arial"/>
            </a:endParaRPr>
          </a:p>
        </p:txBody>
      </p:sp>
      <p:sp>
        <p:nvSpPr>
          <p:cNvPr id="274" name="PlaceHolder 3"/>
          <p:cNvSpPr>
            <a:spLocks noGrp="1"/>
          </p:cNvSpPr>
          <p:nvPr>
            <p:ph type="dt" idx="1"/>
          </p:nvPr>
        </p:nvSpPr>
        <p:spPr>
          <a:xfrm>
            <a:off x="-25200" y="0"/>
            <a:ext cx="25560" cy="360"/>
          </a:xfrm>
          <a:prstGeom prst="rect">
            <a:avLst/>
          </a:prstGeom>
          <a:noFill/>
          <a:ln w="0">
            <a:noFill/>
          </a:ln>
        </p:spPr>
        <p:txBody>
          <a:bodyPr lIns="90000" rIns="90000" tIns="90000" bIns="90000" anchor="t">
            <a:noAutofit/>
          </a:bodyPr>
          <a:lstStyle>
            <a:lvl1pPr>
              <a:lnSpc>
                <a:spcPct val="100000"/>
              </a:lnSpc>
              <a:buNone/>
              <a:defRPr b="0" lang="ru-RU" sz="1800" spc="-1" strike="noStrike">
                <a:solidFill>
                  <a:srgbClr val="000000"/>
                </a:solidFill>
                <a:latin typeface="Arial"/>
                <a:ea typeface="DejaVu Sans"/>
              </a:defRPr>
            </a:lvl1pPr>
          </a:lstStyle>
          <a:p>
            <a:pPr>
              <a:lnSpc>
                <a:spcPct val="100000"/>
              </a:lnSpc>
              <a:buNone/>
            </a:pPr>
            <a:r>
              <a:rPr b="0" lang="ru-RU" sz="1800" spc="-1" strike="noStrike">
                <a:solidFill>
                  <a:srgbClr val="000000"/>
                </a:solidFill>
                <a:latin typeface="Arial"/>
                <a:ea typeface="DejaVu Sans"/>
              </a:rPr>
              <a:t>&lt;дата/время&gt;</a:t>
            </a:r>
            <a:endParaRPr b="0" lang="ru-RU" sz="1800" spc="-1" strike="noStrike">
              <a:latin typeface="Arial"/>
            </a:endParaRPr>
          </a:p>
        </p:txBody>
      </p:sp>
      <p:sp>
        <p:nvSpPr>
          <p:cNvPr id="275" name="PlaceHolder 4"/>
          <p:cNvSpPr>
            <a:spLocks noGrp="1"/>
          </p:cNvSpPr>
          <p:nvPr>
            <p:ph type="ftr" idx="2"/>
          </p:nvPr>
        </p:nvSpPr>
        <p:spPr>
          <a:xfrm>
            <a:off x="360" y="0"/>
            <a:ext cx="360" cy="360"/>
          </a:xfrm>
          <a:prstGeom prst="rect">
            <a:avLst/>
          </a:prstGeom>
          <a:noFill/>
          <a:ln w="0">
            <a:noFill/>
          </a:ln>
        </p:spPr>
        <p:txBody>
          <a:bodyPr lIns="90000" rIns="90000" tIns="90000" bIns="90000" anchor="t">
            <a:noAutofit/>
          </a:bodyPr>
          <a:lstStyle>
            <a:lvl1pPr algn="ctr">
              <a:buNone/>
              <a:defRPr b="0" lang="ru-RU" sz="1400" spc="-1" strike="noStrike">
                <a:latin typeface="Arial"/>
              </a:defRPr>
            </a:lvl1pPr>
          </a:lstStyle>
          <a:p>
            <a:pPr algn="ctr">
              <a:buNone/>
            </a:pPr>
            <a:r>
              <a:rPr b="0" lang="ru-RU" sz="1400" spc="-1" strike="noStrike">
                <a:latin typeface="Arial"/>
              </a:rPr>
              <a:t>&lt;нижний колонтитул&gt;</a:t>
            </a:r>
            <a:endParaRPr b="0" lang="ru-RU" sz="1400" spc="-1" strike="noStrike">
              <a:latin typeface="Arial"/>
            </a:endParaRPr>
          </a:p>
        </p:txBody>
      </p:sp>
      <p:sp>
        <p:nvSpPr>
          <p:cNvPr id="276" name="PlaceHolder 5"/>
          <p:cNvSpPr>
            <a:spLocks noGrp="1"/>
          </p:cNvSpPr>
          <p:nvPr>
            <p:ph type="sldNum" idx="3"/>
          </p:nvPr>
        </p:nvSpPr>
        <p:spPr>
          <a:xfrm>
            <a:off x="-25200" y="0"/>
            <a:ext cx="25560" cy="360"/>
          </a:xfrm>
          <a:prstGeom prst="rect">
            <a:avLst/>
          </a:prstGeom>
          <a:noFill/>
          <a:ln w="0">
            <a:noFill/>
          </a:ln>
        </p:spPr>
        <p:txBody>
          <a:bodyPr lIns="90000" rIns="90000" tIns="90000" bIns="90000" anchor="t">
            <a:noAutofit/>
          </a:bodyPr>
          <a:lstStyle>
            <a:lvl1pPr>
              <a:lnSpc>
                <a:spcPct val="100000"/>
              </a:lnSpc>
              <a:buNone/>
              <a:defRPr b="0" lang="ru-RU" sz="1800" spc="-1" strike="noStrike">
                <a:solidFill>
                  <a:srgbClr val="000000"/>
                </a:solidFill>
                <a:latin typeface="Arial"/>
                <a:ea typeface="DejaVu Sans"/>
              </a:defRPr>
            </a:lvl1pPr>
          </a:lstStyle>
          <a:p>
            <a:pPr>
              <a:lnSpc>
                <a:spcPct val="100000"/>
              </a:lnSpc>
              <a:buNone/>
            </a:pPr>
            <a:fld id="{E865EFC1-B53E-4F5F-A2AB-E5F069613946}" type="slidenum">
              <a:rPr b="0" lang="ru-RU" sz="1800" spc="-1" strike="noStrike">
                <a:solidFill>
                  <a:srgbClr val="000000"/>
                </a:solidFill>
                <a:latin typeface="Arial"/>
                <a:ea typeface="DejaVu Sans"/>
              </a:rPr>
              <a:t>&lt;номер&gt;</a:t>
            </a:fld>
            <a:endParaRPr b="0" lang="ru-RU"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 id="2147483709" r:id="rId12"/>
    <p:sldLayoutId id="2147483710" r:id="rId13"/>
    <p:sldLayoutId id="2147483711" r:id="rId14"/>
    <p:sldLayoutId id="2147483712" r:id="rId15"/>
  </p:sldLayoutIdLst>
</p:sldMaster>
</file>

<file path=ppt/slideMasters/slideMaster6.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pic>
        <p:nvPicPr>
          <p:cNvPr id="313" name="Рисунок 39" descr=""/>
          <p:cNvPicPr/>
          <p:nvPr/>
        </p:nvPicPr>
        <p:blipFill>
          <a:blip r:embed="rId2"/>
          <a:stretch/>
        </p:blipFill>
        <p:spPr>
          <a:xfrm>
            <a:off x="5760" y="0"/>
            <a:ext cx="10077480" cy="322200"/>
          </a:xfrm>
          <a:prstGeom prst="rect">
            <a:avLst/>
          </a:prstGeom>
          <a:ln w="0">
            <a:noFill/>
          </a:ln>
        </p:spPr>
      </p:pic>
      <p:pic>
        <p:nvPicPr>
          <p:cNvPr id="314" name="Рисунок 40" descr=""/>
          <p:cNvPicPr/>
          <p:nvPr/>
        </p:nvPicPr>
        <p:blipFill>
          <a:blip r:embed="rId3"/>
          <a:stretch/>
        </p:blipFill>
        <p:spPr>
          <a:xfrm>
            <a:off x="5760" y="5356440"/>
            <a:ext cx="10077480" cy="322200"/>
          </a:xfrm>
          <a:prstGeom prst="rect">
            <a:avLst/>
          </a:prstGeom>
          <a:ln w="0">
            <a:noFill/>
          </a:ln>
        </p:spPr>
      </p:pic>
      <p:sp>
        <p:nvSpPr>
          <p:cNvPr id="315" name="CustomShape 1"/>
          <p:cNvSpPr/>
          <p:nvPr/>
        </p:nvSpPr>
        <p:spPr>
          <a:xfrm>
            <a:off x="1728000" y="5399640"/>
            <a:ext cx="2346480" cy="389160"/>
          </a:xfrm>
          <a:prstGeom prst="rect">
            <a:avLst/>
          </a:prstGeom>
          <a:noFill/>
          <a:ln w="0">
            <a:noFill/>
          </a:ln>
        </p:spPr>
        <p:style>
          <a:lnRef idx="0"/>
          <a:fillRef idx="0"/>
          <a:effectRef idx="0"/>
          <a:fontRef idx="minor"/>
        </p:style>
        <p:txBody>
          <a:bodyPr lIns="0" rIns="0" tIns="0" bIns="0" anchor="t">
            <a:noAutofit/>
          </a:bodyPr>
          <a:p>
            <a:pPr>
              <a:lnSpc>
                <a:spcPct val="100000"/>
              </a:lnSpc>
              <a:buNone/>
            </a:pPr>
            <a:r>
              <a:rPr b="0" lang="ru-RU" sz="1400" spc="-1" strike="noStrike">
                <a:solidFill>
                  <a:srgbClr val="ffffff"/>
                </a:solidFill>
                <a:latin typeface="Arial"/>
                <a:ea typeface="DejaVu Sans"/>
              </a:rPr>
              <a:t>&lt;дата/время&gt;</a:t>
            </a:r>
            <a:endParaRPr b="0" lang="ru-RU" sz="1400" spc="-1" strike="noStrike">
              <a:latin typeface="Arial"/>
            </a:endParaRPr>
          </a:p>
        </p:txBody>
      </p:sp>
      <p:sp>
        <p:nvSpPr>
          <p:cNvPr id="316" name="CustomShape 2"/>
          <p:cNvSpPr/>
          <p:nvPr/>
        </p:nvSpPr>
        <p:spPr>
          <a:xfrm>
            <a:off x="4221000" y="5399640"/>
            <a:ext cx="3192840" cy="389160"/>
          </a:xfrm>
          <a:prstGeom prst="rect">
            <a:avLst/>
          </a:prstGeom>
          <a:noFill/>
          <a:ln w="0">
            <a:noFill/>
          </a:ln>
        </p:spPr>
        <p:style>
          <a:lnRef idx="0"/>
          <a:fillRef idx="0"/>
          <a:effectRef idx="0"/>
          <a:fontRef idx="minor"/>
        </p:style>
        <p:txBody>
          <a:bodyPr lIns="0" rIns="0" tIns="0" bIns="0" anchor="t">
            <a:noAutofit/>
          </a:bodyPr>
          <a:p>
            <a:pPr algn="ctr">
              <a:lnSpc>
                <a:spcPct val="100000"/>
              </a:lnSpc>
              <a:buNone/>
            </a:pPr>
            <a:r>
              <a:rPr b="0" lang="ru-RU" sz="1400" spc="-1" strike="noStrike">
                <a:solidFill>
                  <a:srgbClr val="ffffff"/>
                </a:solidFill>
                <a:latin typeface="Arial"/>
                <a:ea typeface="DejaVu Sans"/>
              </a:rPr>
              <a:t>&lt;нижний колонтитул&gt;</a:t>
            </a:r>
            <a:endParaRPr b="0" lang="ru-RU" sz="1400" spc="-1" strike="noStrike">
              <a:latin typeface="Arial"/>
            </a:endParaRPr>
          </a:p>
        </p:txBody>
      </p:sp>
      <p:sp>
        <p:nvSpPr>
          <p:cNvPr id="317" name="CustomShape 3"/>
          <p:cNvSpPr/>
          <p:nvPr/>
        </p:nvSpPr>
        <p:spPr>
          <a:xfrm>
            <a:off x="7659000" y="5399640"/>
            <a:ext cx="2346480" cy="389160"/>
          </a:xfrm>
          <a:prstGeom prst="rect">
            <a:avLst/>
          </a:prstGeom>
          <a:noFill/>
          <a:ln w="0">
            <a:noFill/>
          </a:ln>
        </p:spPr>
        <p:style>
          <a:lnRef idx="0"/>
          <a:fillRef idx="0"/>
          <a:effectRef idx="0"/>
          <a:fontRef idx="minor"/>
        </p:style>
        <p:txBody>
          <a:bodyPr lIns="0" rIns="0" tIns="0" bIns="0" anchor="t">
            <a:noAutofit/>
          </a:bodyPr>
          <a:p>
            <a:pPr algn="r">
              <a:lnSpc>
                <a:spcPct val="100000"/>
              </a:lnSpc>
              <a:buNone/>
            </a:pPr>
            <a:fld id="{C44EB382-A4B2-45D6-A615-52AF930585A0}" type="slidenum">
              <a:rPr b="0" lang="ru-RU" sz="1400" spc="-1" strike="noStrike">
                <a:solidFill>
                  <a:srgbClr val="ffffff"/>
                </a:solidFill>
                <a:latin typeface="Arial"/>
                <a:ea typeface="DejaVu Sans"/>
              </a:rPr>
              <a:t>&lt;номер&gt;</a:t>
            </a:fld>
            <a:endParaRPr b="0" lang="ru-RU" sz="1400" spc="-1" strike="noStrike">
              <a:latin typeface="Arial"/>
            </a:endParaRPr>
          </a:p>
        </p:txBody>
      </p:sp>
      <p:sp>
        <p:nvSpPr>
          <p:cNvPr id="318" name="PlaceHolder 1"/>
          <p:cNvSpPr>
            <a:spLocks noGrp="1"/>
          </p:cNvSpPr>
          <p:nvPr>
            <p:ph type="title"/>
          </p:nvPr>
        </p:nvSpPr>
        <p:spPr>
          <a:xfrm>
            <a:off x="503640" y="225720"/>
            <a:ext cx="9070920" cy="946080"/>
          </a:xfrm>
          <a:prstGeom prst="rect">
            <a:avLst/>
          </a:prstGeom>
          <a:noFill/>
          <a:ln w="0">
            <a:noFill/>
          </a:ln>
        </p:spPr>
        <p:txBody>
          <a:bodyPr lIns="0" rIns="0" tIns="0" bIns="0" anchor="ctr">
            <a:noAutofit/>
          </a:bodyPr>
          <a:p>
            <a:pPr>
              <a:lnSpc>
                <a:spcPct val="90000"/>
              </a:lnSpc>
              <a:buNone/>
            </a:pPr>
            <a:r>
              <a:rPr b="0" lang="ru-RU" sz="4400" spc="-1" strike="noStrike">
                <a:solidFill>
                  <a:srgbClr val="000000"/>
                </a:solidFill>
                <a:latin typeface="Arial"/>
                <a:ea typeface="DejaVu Sans"/>
              </a:rPr>
              <a:t>Образец заголовка</a:t>
            </a:r>
            <a:endParaRPr b="0" lang="ru-RU" sz="4400" spc="-1" strike="noStrike">
              <a:solidFill>
                <a:srgbClr val="000000"/>
              </a:solidFill>
              <a:latin typeface="Arial"/>
            </a:endParaRPr>
          </a:p>
        </p:txBody>
      </p:sp>
      <p:sp>
        <p:nvSpPr>
          <p:cNvPr id="319" name="PlaceHolder 2"/>
          <p:cNvSpPr>
            <a:spLocks noGrp="1"/>
          </p:cNvSpPr>
          <p:nvPr>
            <p:ph type="body"/>
          </p:nvPr>
        </p:nvSpPr>
        <p:spPr>
          <a:xfrm>
            <a:off x="503640" y="1322640"/>
            <a:ext cx="4451400" cy="3741480"/>
          </a:xfrm>
          <a:prstGeom prst="rect">
            <a:avLst/>
          </a:prstGeom>
          <a:noFill/>
          <a:ln w="0">
            <a:noFill/>
          </a:ln>
        </p:spPr>
        <p:txBody>
          <a:bodyPr lIns="0" rIns="0" tIns="0" bIns="0" anchor="t">
            <a:noAutofit/>
          </a:bodyPr>
          <a:p>
            <a:pPr marL="228600" indent="-228600">
              <a:lnSpc>
                <a:spcPct val="90000"/>
              </a:lnSpc>
              <a:spcBef>
                <a:spcPts val="1001"/>
              </a:spcBef>
              <a:buClr>
                <a:srgbClr val="000000"/>
              </a:buClr>
              <a:buFont typeface="Arial"/>
              <a:buChar char="•"/>
            </a:pPr>
            <a:r>
              <a:rPr b="0" lang="ru-RU" sz="2320" spc="-1" strike="noStrike">
                <a:solidFill>
                  <a:srgbClr val="000000"/>
                </a:solidFill>
                <a:latin typeface="Arial"/>
                <a:ea typeface="DejaVu Sans"/>
              </a:rPr>
              <a:t>Образец текста</a:t>
            </a:r>
            <a:endParaRPr b="0" lang="ru-RU" sz="2320" spc="-1" strike="noStrike">
              <a:solidFill>
                <a:srgbClr val="000000"/>
              </a:solidFill>
              <a:latin typeface="Arial"/>
            </a:endParaRPr>
          </a:p>
          <a:p>
            <a:pPr lvl="1" marL="685800" indent="-228600">
              <a:lnSpc>
                <a:spcPct val="90000"/>
              </a:lnSpc>
              <a:spcBef>
                <a:spcPts val="499"/>
              </a:spcBef>
              <a:buClr>
                <a:srgbClr val="000000"/>
              </a:buClr>
              <a:buFont typeface="Arial"/>
              <a:buChar char="•"/>
            </a:pPr>
            <a:r>
              <a:rPr b="0" lang="ru-RU" sz="1979" spc="-1" strike="noStrike">
                <a:solidFill>
                  <a:srgbClr val="000000"/>
                </a:solidFill>
                <a:latin typeface="Arial"/>
                <a:ea typeface="DejaVu Sans"/>
              </a:rPr>
              <a:t>Второй уровень</a:t>
            </a:r>
            <a:endParaRPr b="0" lang="ru-RU" sz="1979" spc="-1" strike="noStrike">
              <a:solidFill>
                <a:srgbClr val="000000"/>
              </a:solidFill>
              <a:latin typeface="Arial"/>
            </a:endParaRPr>
          </a:p>
          <a:p>
            <a:pPr lvl="2" marL="1143000" indent="-228600">
              <a:lnSpc>
                <a:spcPct val="90000"/>
              </a:lnSpc>
              <a:spcBef>
                <a:spcPts val="499"/>
              </a:spcBef>
              <a:buClr>
                <a:srgbClr val="000000"/>
              </a:buClr>
              <a:buFont typeface="Arial"/>
              <a:buChar char="•"/>
            </a:pPr>
            <a:r>
              <a:rPr b="0" lang="ru-RU" sz="1660" spc="-1" strike="noStrike">
                <a:solidFill>
                  <a:srgbClr val="000000"/>
                </a:solidFill>
                <a:latin typeface="Arial"/>
                <a:ea typeface="DejaVu Sans"/>
              </a:rPr>
              <a:t>Третий уровень</a:t>
            </a:r>
            <a:endParaRPr b="0" lang="ru-RU" sz="1660" spc="-1" strike="noStrike">
              <a:solidFill>
                <a:srgbClr val="000000"/>
              </a:solidFill>
              <a:latin typeface="Arial"/>
            </a:endParaRPr>
          </a:p>
          <a:p>
            <a:pPr lvl="3" marL="1600200" indent="-228600">
              <a:lnSpc>
                <a:spcPct val="90000"/>
              </a:lnSpc>
              <a:spcBef>
                <a:spcPts val="499"/>
              </a:spcBef>
              <a:buClr>
                <a:srgbClr val="000000"/>
              </a:buClr>
              <a:buFont typeface="Arial"/>
              <a:buChar char="•"/>
            </a:pPr>
            <a:r>
              <a:rPr b="0" lang="ru-RU" sz="1490" spc="-1" strike="noStrike">
                <a:solidFill>
                  <a:srgbClr val="000000"/>
                </a:solidFill>
                <a:latin typeface="Arial"/>
                <a:ea typeface="DejaVu Sans"/>
              </a:rPr>
              <a:t>Четвертый уровень</a:t>
            </a:r>
            <a:endParaRPr b="0" lang="ru-RU" sz="1490" spc="-1" strike="noStrike">
              <a:solidFill>
                <a:srgbClr val="000000"/>
              </a:solidFill>
              <a:latin typeface="Arial"/>
            </a:endParaRPr>
          </a:p>
          <a:p>
            <a:pPr lvl="4" marL="2057400" indent="-228600">
              <a:lnSpc>
                <a:spcPct val="90000"/>
              </a:lnSpc>
              <a:spcBef>
                <a:spcPts val="499"/>
              </a:spcBef>
              <a:buClr>
                <a:srgbClr val="000000"/>
              </a:buClr>
              <a:buFont typeface="Arial"/>
              <a:buChar char="•"/>
            </a:pPr>
            <a:r>
              <a:rPr b="0" lang="ru-RU" sz="1490" spc="-1" strike="noStrike">
                <a:solidFill>
                  <a:srgbClr val="000000"/>
                </a:solidFill>
                <a:latin typeface="Arial"/>
                <a:ea typeface="DejaVu Sans"/>
              </a:rPr>
              <a:t>Пятый уровень</a:t>
            </a:r>
            <a:endParaRPr b="0" lang="ru-RU" sz="1490" spc="-1" strike="noStrike">
              <a:solidFill>
                <a:srgbClr val="000000"/>
              </a:solidFill>
              <a:latin typeface="Arial"/>
            </a:endParaRPr>
          </a:p>
        </p:txBody>
      </p:sp>
      <p:sp>
        <p:nvSpPr>
          <p:cNvPr id="320" name="PlaceHolder 3"/>
          <p:cNvSpPr>
            <a:spLocks noGrp="1"/>
          </p:cNvSpPr>
          <p:nvPr>
            <p:ph type="body"/>
          </p:nvPr>
        </p:nvSpPr>
        <p:spPr>
          <a:xfrm>
            <a:off x="5123520" y="1322640"/>
            <a:ext cx="4451400" cy="3741480"/>
          </a:xfrm>
          <a:prstGeom prst="rect">
            <a:avLst/>
          </a:prstGeom>
          <a:noFill/>
          <a:ln w="0">
            <a:noFill/>
          </a:ln>
        </p:spPr>
        <p:txBody>
          <a:bodyPr lIns="0" rIns="0" tIns="0" bIns="0" anchor="t">
            <a:noAutofit/>
          </a:bodyPr>
          <a:p>
            <a:pPr marL="228600" indent="-228600">
              <a:lnSpc>
                <a:spcPct val="90000"/>
              </a:lnSpc>
              <a:spcBef>
                <a:spcPts val="1001"/>
              </a:spcBef>
              <a:buClr>
                <a:srgbClr val="000000"/>
              </a:buClr>
              <a:buFont typeface="Arial"/>
              <a:buChar char="•"/>
            </a:pPr>
            <a:r>
              <a:rPr b="0" lang="ru-RU" sz="2320" spc="-1" strike="noStrike">
                <a:solidFill>
                  <a:srgbClr val="000000"/>
                </a:solidFill>
                <a:latin typeface="Arial"/>
                <a:ea typeface="DejaVu Sans"/>
              </a:rPr>
              <a:t>Образец текста</a:t>
            </a:r>
            <a:endParaRPr b="0" lang="ru-RU" sz="2320" spc="-1" strike="noStrike">
              <a:solidFill>
                <a:srgbClr val="000000"/>
              </a:solidFill>
              <a:latin typeface="Arial"/>
            </a:endParaRPr>
          </a:p>
          <a:p>
            <a:pPr lvl="1" marL="685800" indent="-228600">
              <a:lnSpc>
                <a:spcPct val="90000"/>
              </a:lnSpc>
              <a:spcBef>
                <a:spcPts val="499"/>
              </a:spcBef>
              <a:buClr>
                <a:srgbClr val="000000"/>
              </a:buClr>
              <a:buFont typeface="Arial"/>
              <a:buChar char="•"/>
            </a:pPr>
            <a:r>
              <a:rPr b="0" lang="ru-RU" sz="1979" spc="-1" strike="noStrike">
                <a:solidFill>
                  <a:srgbClr val="000000"/>
                </a:solidFill>
                <a:latin typeface="Arial"/>
                <a:ea typeface="DejaVu Sans"/>
              </a:rPr>
              <a:t>Второй уровень</a:t>
            </a:r>
            <a:endParaRPr b="0" lang="ru-RU" sz="1979" spc="-1" strike="noStrike">
              <a:solidFill>
                <a:srgbClr val="000000"/>
              </a:solidFill>
              <a:latin typeface="Arial"/>
            </a:endParaRPr>
          </a:p>
          <a:p>
            <a:pPr lvl="2" marL="1143000" indent="-228600">
              <a:lnSpc>
                <a:spcPct val="90000"/>
              </a:lnSpc>
              <a:spcBef>
                <a:spcPts val="499"/>
              </a:spcBef>
              <a:buClr>
                <a:srgbClr val="000000"/>
              </a:buClr>
              <a:buFont typeface="Arial"/>
              <a:buChar char="•"/>
            </a:pPr>
            <a:r>
              <a:rPr b="0" lang="ru-RU" sz="1660" spc="-1" strike="noStrike">
                <a:solidFill>
                  <a:srgbClr val="000000"/>
                </a:solidFill>
                <a:latin typeface="Arial"/>
                <a:ea typeface="DejaVu Sans"/>
              </a:rPr>
              <a:t>Третий уровень</a:t>
            </a:r>
            <a:endParaRPr b="0" lang="ru-RU" sz="1660" spc="-1" strike="noStrike">
              <a:solidFill>
                <a:srgbClr val="000000"/>
              </a:solidFill>
              <a:latin typeface="Arial"/>
            </a:endParaRPr>
          </a:p>
          <a:p>
            <a:pPr lvl="3" marL="1600200" indent="-228600">
              <a:lnSpc>
                <a:spcPct val="90000"/>
              </a:lnSpc>
              <a:spcBef>
                <a:spcPts val="499"/>
              </a:spcBef>
              <a:buClr>
                <a:srgbClr val="000000"/>
              </a:buClr>
              <a:buFont typeface="Arial"/>
              <a:buChar char="•"/>
            </a:pPr>
            <a:r>
              <a:rPr b="0" lang="ru-RU" sz="1490" spc="-1" strike="noStrike">
                <a:solidFill>
                  <a:srgbClr val="000000"/>
                </a:solidFill>
                <a:latin typeface="Arial"/>
                <a:ea typeface="DejaVu Sans"/>
              </a:rPr>
              <a:t>Четвертый уровень</a:t>
            </a:r>
            <a:endParaRPr b="0" lang="ru-RU" sz="1490" spc="-1" strike="noStrike">
              <a:solidFill>
                <a:srgbClr val="000000"/>
              </a:solidFill>
              <a:latin typeface="Arial"/>
            </a:endParaRPr>
          </a:p>
          <a:p>
            <a:pPr lvl="4" marL="2057400" indent="-228600">
              <a:lnSpc>
                <a:spcPct val="90000"/>
              </a:lnSpc>
              <a:spcBef>
                <a:spcPts val="499"/>
              </a:spcBef>
              <a:buClr>
                <a:srgbClr val="000000"/>
              </a:buClr>
              <a:buFont typeface="Arial"/>
              <a:buChar char="•"/>
            </a:pPr>
            <a:r>
              <a:rPr b="0" lang="ru-RU" sz="1490" spc="-1" strike="noStrike">
                <a:solidFill>
                  <a:srgbClr val="000000"/>
                </a:solidFill>
                <a:latin typeface="Arial"/>
                <a:ea typeface="DejaVu Sans"/>
              </a:rPr>
              <a:t>Пятый уровень</a:t>
            </a:r>
            <a:endParaRPr b="0" lang="ru-RU" sz="1490" spc="-1" strike="noStrike">
              <a:solidFill>
                <a:srgbClr val="000000"/>
              </a:solidFill>
              <a:latin typeface="Arial"/>
            </a:endParaRPr>
          </a:p>
        </p:txBody>
      </p:sp>
      <p:sp>
        <p:nvSpPr>
          <p:cNvPr id="321" name="PlaceHolder 4"/>
          <p:cNvSpPr>
            <a:spLocks noGrp="1"/>
          </p:cNvSpPr>
          <p:nvPr>
            <p:ph type="dt" idx="4"/>
          </p:nvPr>
        </p:nvSpPr>
        <p:spPr>
          <a:xfrm>
            <a:off x="-25200" y="0"/>
            <a:ext cx="25560" cy="360"/>
          </a:xfrm>
          <a:prstGeom prst="rect">
            <a:avLst/>
          </a:prstGeom>
          <a:noFill/>
          <a:ln w="0">
            <a:noFill/>
          </a:ln>
        </p:spPr>
        <p:txBody>
          <a:bodyPr lIns="90000" rIns="90000" tIns="90000" bIns="90000" anchor="t">
            <a:noAutofit/>
          </a:bodyPr>
          <a:lstStyle>
            <a:lvl1pPr>
              <a:lnSpc>
                <a:spcPct val="100000"/>
              </a:lnSpc>
              <a:buNone/>
              <a:defRPr b="0" lang="ru-RU" sz="1800" spc="-1" strike="noStrike">
                <a:solidFill>
                  <a:srgbClr val="000000"/>
                </a:solidFill>
                <a:latin typeface="Arial"/>
                <a:ea typeface="DejaVu Sans"/>
              </a:defRPr>
            </a:lvl1pPr>
          </a:lstStyle>
          <a:p>
            <a:pPr>
              <a:lnSpc>
                <a:spcPct val="100000"/>
              </a:lnSpc>
              <a:buNone/>
            </a:pPr>
            <a:r>
              <a:rPr b="0" lang="ru-RU" sz="1800" spc="-1" strike="noStrike">
                <a:solidFill>
                  <a:srgbClr val="000000"/>
                </a:solidFill>
                <a:latin typeface="Arial"/>
                <a:ea typeface="DejaVu Sans"/>
              </a:rPr>
              <a:t>&lt;дата/время&gt;</a:t>
            </a:r>
            <a:endParaRPr b="0" lang="ru-RU" sz="1800" spc="-1" strike="noStrike">
              <a:latin typeface="Arial"/>
            </a:endParaRPr>
          </a:p>
        </p:txBody>
      </p:sp>
      <p:sp>
        <p:nvSpPr>
          <p:cNvPr id="322" name="PlaceHolder 5"/>
          <p:cNvSpPr>
            <a:spLocks noGrp="1"/>
          </p:cNvSpPr>
          <p:nvPr>
            <p:ph type="ftr" idx="5"/>
          </p:nvPr>
        </p:nvSpPr>
        <p:spPr>
          <a:xfrm>
            <a:off x="360" y="0"/>
            <a:ext cx="360" cy="360"/>
          </a:xfrm>
          <a:prstGeom prst="rect">
            <a:avLst/>
          </a:prstGeom>
          <a:noFill/>
          <a:ln w="0">
            <a:noFill/>
          </a:ln>
        </p:spPr>
        <p:txBody>
          <a:bodyPr lIns="90000" rIns="90000" tIns="90000" bIns="90000" anchor="t">
            <a:noAutofit/>
          </a:bodyPr>
          <a:lstStyle>
            <a:lvl1pPr algn="ctr">
              <a:buNone/>
              <a:defRPr b="0" lang="ru-RU" sz="1400" spc="-1" strike="noStrike">
                <a:latin typeface="Arial"/>
              </a:defRPr>
            </a:lvl1pPr>
          </a:lstStyle>
          <a:p>
            <a:pPr algn="ctr">
              <a:buNone/>
            </a:pPr>
            <a:r>
              <a:rPr b="0" lang="ru-RU" sz="1400" spc="-1" strike="noStrike">
                <a:latin typeface="Arial"/>
              </a:rPr>
              <a:t>&lt;нижний колонтитул&gt;</a:t>
            </a:r>
            <a:endParaRPr b="0" lang="ru-RU" sz="1400" spc="-1" strike="noStrike">
              <a:latin typeface="Arial"/>
            </a:endParaRPr>
          </a:p>
        </p:txBody>
      </p:sp>
      <p:sp>
        <p:nvSpPr>
          <p:cNvPr id="323" name="PlaceHolder 6"/>
          <p:cNvSpPr>
            <a:spLocks noGrp="1"/>
          </p:cNvSpPr>
          <p:nvPr>
            <p:ph type="sldNum" idx="6"/>
          </p:nvPr>
        </p:nvSpPr>
        <p:spPr>
          <a:xfrm>
            <a:off x="-25200" y="0"/>
            <a:ext cx="25560" cy="360"/>
          </a:xfrm>
          <a:prstGeom prst="rect">
            <a:avLst/>
          </a:prstGeom>
          <a:noFill/>
          <a:ln w="0">
            <a:noFill/>
          </a:ln>
        </p:spPr>
        <p:txBody>
          <a:bodyPr lIns="90000" rIns="90000" tIns="90000" bIns="90000" anchor="t">
            <a:noAutofit/>
          </a:bodyPr>
          <a:lstStyle>
            <a:lvl1pPr>
              <a:lnSpc>
                <a:spcPct val="100000"/>
              </a:lnSpc>
              <a:buNone/>
              <a:defRPr b="0" lang="ru-RU" sz="1800" spc="-1" strike="noStrike">
                <a:solidFill>
                  <a:srgbClr val="000000"/>
                </a:solidFill>
                <a:latin typeface="Arial"/>
                <a:ea typeface="DejaVu Sans"/>
              </a:defRPr>
            </a:lvl1pPr>
          </a:lstStyle>
          <a:p>
            <a:pPr>
              <a:lnSpc>
                <a:spcPct val="100000"/>
              </a:lnSpc>
              <a:buNone/>
            </a:pPr>
            <a:fld id="{EF6C0012-91CB-4EE4-960D-FB55A48BF18C}" type="slidenum">
              <a:rPr b="0" lang="ru-RU" sz="1800" spc="-1" strike="noStrike">
                <a:solidFill>
                  <a:srgbClr val="000000"/>
                </a:solidFill>
                <a:latin typeface="Arial"/>
                <a:ea typeface="DejaVu Sans"/>
              </a:rPr>
              <a:t>&lt;номер&gt;</a:t>
            </a:fld>
            <a:endParaRPr b="0" lang="ru-RU" sz="1800" spc="-1" strike="noStrike">
              <a:latin typeface="Arial"/>
            </a:endParaRPr>
          </a:p>
        </p:txBody>
      </p:sp>
    </p:spTree>
  </p:cSld>
  <p:clrMap bg1="lt1" bg2="lt2" tx1="dk1" tx2="dk2" accent1="accent1" accent2="accent2" accent3="accent3" accent4="accent4" accent5="accent5" accent6="accent6" hlink="hlink" folHlink="folHlink"/>
  <p:sldLayoutIdLst>
    <p:sldLayoutId id="2147483714" r:id="rId4"/>
    <p:sldLayoutId id="2147483715" r:id="rId5"/>
    <p:sldLayoutId id="2147483716" r:id="rId6"/>
    <p:sldLayoutId id="2147483717" r:id="rId7"/>
    <p:sldLayoutId id="2147483718" r:id="rId8"/>
    <p:sldLayoutId id="2147483719" r:id="rId9"/>
    <p:sldLayoutId id="2147483720" r:id="rId10"/>
    <p:sldLayoutId id="2147483721" r:id="rId11"/>
    <p:sldLayoutId id="2147483722" r:id="rId12"/>
    <p:sldLayoutId id="2147483723" r:id="rId13"/>
    <p:sldLayoutId id="2147483724" r:id="rId14"/>
    <p:sldLayoutId id="2147483725" r:id="rId15"/>
  </p:sldLayoutIdLst>
</p:sldMaster>
</file>

<file path=ppt/slideMasters/slideMaster7.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360" name="PlaceHolder 1"/>
          <p:cNvSpPr>
            <a:spLocks noGrp="1"/>
          </p:cNvSpPr>
          <p:nvPr>
            <p:ph type="title"/>
          </p:nvPr>
        </p:nvSpPr>
        <p:spPr>
          <a:xfrm>
            <a:off x="504000" y="226800"/>
            <a:ext cx="9071640" cy="944640"/>
          </a:xfrm>
          <a:prstGeom prst="rect">
            <a:avLst/>
          </a:prstGeom>
          <a:noFill/>
          <a:ln w="0">
            <a:noFill/>
          </a:ln>
        </p:spPr>
        <p:txBody>
          <a:bodyPr anchor="ctr">
            <a:noAutofit/>
          </a:bodyPr>
          <a:p>
            <a:pPr algn="ctr">
              <a:lnSpc>
                <a:spcPct val="100000"/>
              </a:lnSpc>
              <a:buNone/>
            </a:pPr>
            <a:r>
              <a:rPr b="0" lang="ru-RU" sz="4400" spc="-1" strike="noStrike">
                <a:solidFill>
                  <a:srgbClr val="000000"/>
                </a:solidFill>
                <a:latin typeface="Calibri"/>
              </a:rPr>
              <a:t>Образец заголовка</a:t>
            </a:r>
            <a:endParaRPr b="0" lang="ru-RU" sz="4400" spc="-1" strike="noStrike">
              <a:solidFill>
                <a:srgbClr val="000000"/>
              </a:solidFill>
              <a:latin typeface="Calibri"/>
            </a:endParaRPr>
          </a:p>
        </p:txBody>
      </p:sp>
      <p:sp>
        <p:nvSpPr>
          <p:cNvPr id="361" name="PlaceHolder 2"/>
          <p:cNvSpPr>
            <a:spLocks noGrp="1"/>
          </p:cNvSpPr>
          <p:nvPr>
            <p:ph type="body"/>
          </p:nvPr>
        </p:nvSpPr>
        <p:spPr>
          <a:xfrm>
            <a:off x="504000" y="1323000"/>
            <a:ext cx="9071640" cy="3741480"/>
          </a:xfrm>
          <a:prstGeom prst="rect">
            <a:avLst/>
          </a:prstGeom>
          <a:noFill/>
          <a:ln w="0">
            <a:noFill/>
          </a:ln>
        </p:spPr>
        <p:txBody>
          <a:bodyPr anchor="t">
            <a:noAutofit/>
          </a:bodyPr>
          <a:p>
            <a:pPr marL="343080" indent="-343080">
              <a:lnSpc>
                <a:spcPct val="100000"/>
              </a:lnSpc>
              <a:spcBef>
                <a:spcPts val="641"/>
              </a:spcBef>
              <a:buClr>
                <a:srgbClr val="000000"/>
              </a:buClr>
              <a:buFont typeface="Arial"/>
              <a:buChar char="•"/>
            </a:pPr>
            <a:r>
              <a:rPr b="0" lang="ru-RU" sz="3200" spc="-1" strike="noStrike">
                <a:solidFill>
                  <a:srgbClr val="000000"/>
                </a:solidFill>
                <a:latin typeface="Calibri"/>
              </a:rPr>
              <a:t>Образец текста</a:t>
            </a:r>
            <a:endParaRPr b="0" lang="ru-RU" sz="3200" spc="-1" strike="noStrike">
              <a:solidFill>
                <a:srgbClr val="000000"/>
              </a:solidFill>
              <a:latin typeface="Calibri"/>
            </a:endParaRPr>
          </a:p>
          <a:p>
            <a:pPr lvl="1" marL="743040" indent="-285840">
              <a:lnSpc>
                <a:spcPct val="100000"/>
              </a:lnSpc>
              <a:spcBef>
                <a:spcPts val="561"/>
              </a:spcBef>
              <a:buClr>
                <a:srgbClr val="000000"/>
              </a:buClr>
              <a:buFont typeface="Arial"/>
              <a:buChar char="–"/>
            </a:pPr>
            <a:r>
              <a:rPr b="0" lang="ru-RU" sz="2800" spc="-1" strike="noStrike">
                <a:solidFill>
                  <a:srgbClr val="000000"/>
                </a:solidFill>
                <a:latin typeface="Calibri"/>
              </a:rPr>
              <a:t>Второй уровень</a:t>
            </a:r>
            <a:endParaRPr b="0" lang="ru-RU" sz="2800" spc="-1" strike="noStrike">
              <a:solidFill>
                <a:srgbClr val="000000"/>
              </a:solidFill>
              <a:latin typeface="Calibri"/>
            </a:endParaRPr>
          </a:p>
          <a:p>
            <a:pPr lvl="2" marL="1143000" indent="-228600">
              <a:lnSpc>
                <a:spcPct val="100000"/>
              </a:lnSpc>
              <a:spcBef>
                <a:spcPts val="479"/>
              </a:spcBef>
              <a:buClr>
                <a:srgbClr val="000000"/>
              </a:buClr>
              <a:buFont typeface="Arial"/>
              <a:buChar char="•"/>
            </a:pPr>
            <a:r>
              <a:rPr b="0" lang="ru-RU" sz="2400" spc="-1" strike="noStrike">
                <a:solidFill>
                  <a:srgbClr val="000000"/>
                </a:solidFill>
                <a:latin typeface="Calibri"/>
              </a:rPr>
              <a:t>Третий уровень</a:t>
            </a:r>
            <a:endParaRPr b="0" lang="ru-RU" sz="2400" spc="-1" strike="noStrike">
              <a:solidFill>
                <a:srgbClr val="000000"/>
              </a:solidFill>
              <a:latin typeface="Calibri"/>
            </a:endParaRPr>
          </a:p>
          <a:p>
            <a:pPr lvl="3" marL="1600200" indent="-228600">
              <a:lnSpc>
                <a:spcPct val="100000"/>
              </a:lnSpc>
              <a:spcBef>
                <a:spcPts val="400"/>
              </a:spcBef>
              <a:buClr>
                <a:srgbClr val="000000"/>
              </a:buClr>
              <a:buFont typeface="Arial"/>
              <a:buChar char="–"/>
            </a:pPr>
            <a:r>
              <a:rPr b="0" lang="ru-RU" sz="2000" spc="-1" strike="noStrike">
                <a:solidFill>
                  <a:srgbClr val="000000"/>
                </a:solidFill>
                <a:latin typeface="Calibri"/>
              </a:rPr>
              <a:t>Четвертый уровень</a:t>
            </a:r>
            <a:endParaRPr b="0" lang="ru-RU" sz="2000" spc="-1" strike="noStrike">
              <a:solidFill>
                <a:srgbClr val="000000"/>
              </a:solidFill>
              <a:latin typeface="Calibri"/>
            </a:endParaRPr>
          </a:p>
          <a:p>
            <a:pPr lvl="4" marL="2057400" indent="-228600">
              <a:lnSpc>
                <a:spcPct val="100000"/>
              </a:lnSpc>
              <a:spcBef>
                <a:spcPts val="400"/>
              </a:spcBef>
              <a:buClr>
                <a:srgbClr val="000000"/>
              </a:buClr>
              <a:buFont typeface="Arial"/>
              <a:buChar char="»"/>
            </a:pPr>
            <a:r>
              <a:rPr b="0" lang="ru-RU" sz="2000" spc="-1" strike="noStrike">
                <a:solidFill>
                  <a:srgbClr val="000000"/>
                </a:solidFill>
                <a:latin typeface="Calibri"/>
              </a:rPr>
              <a:t>Пятый уровень</a:t>
            </a:r>
            <a:endParaRPr b="0" lang="ru-RU" sz="2000" spc="-1" strike="noStrike">
              <a:solidFill>
                <a:srgbClr val="000000"/>
              </a:solidFill>
              <a:latin typeface="Calibri"/>
            </a:endParaRPr>
          </a:p>
        </p:txBody>
      </p:sp>
      <p:sp>
        <p:nvSpPr>
          <p:cNvPr id="362" name="PlaceHolder 3"/>
          <p:cNvSpPr>
            <a:spLocks noGrp="1"/>
          </p:cNvSpPr>
          <p:nvPr>
            <p:ph type="dt" idx="7"/>
          </p:nvPr>
        </p:nvSpPr>
        <p:spPr>
          <a:xfrm>
            <a:off x="504000" y="5255280"/>
            <a:ext cx="2351880" cy="301680"/>
          </a:xfrm>
          <a:prstGeom prst="rect">
            <a:avLst/>
          </a:prstGeom>
          <a:noFill/>
          <a:ln w="0">
            <a:noFill/>
          </a:ln>
        </p:spPr>
        <p:txBody>
          <a:bodyPr anchor="ctr">
            <a:noAutofit/>
          </a:bodyPr>
          <a:lstStyle>
            <a:lvl1pPr>
              <a:lnSpc>
                <a:spcPct val="100000"/>
              </a:lnSpc>
              <a:buNone/>
              <a:defRPr b="0" lang="ru-RU" sz="1200" spc="-1" strike="noStrike">
                <a:solidFill>
                  <a:srgbClr val="8b8b8b"/>
                </a:solidFill>
                <a:latin typeface="Calibri"/>
              </a:defRPr>
            </a:lvl1pPr>
          </a:lstStyle>
          <a:p>
            <a:pPr>
              <a:lnSpc>
                <a:spcPct val="100000"/>
              </a:lnSpc>
              <a:buNone/>
            </a:pPr>
            <a:r>
              <a:rPr b="0" lang="ru-RU" sz="1200" spc="-1" strike="noStrike">
                <a:solidFill>
                  <a:srgbClr val="8b8b8b"/>
                </a:solidFill>
                <a:latin typeface="Calibri"/>
              </a:rPr>
              <a:t>&lt;дата/время&gt;</a:t>
            </a:r>
            <a:endParaRPr b="0" lang="ru-RU" sz="1200" spc="-1" strike="noStrike">
              <a:latin typeface="Arial"/>
            </a:endParaRPr>
          </a:p>
        </p:txBody>
      </p:sp>
      <p:sp>
        <p:nvSpPr>
          <p:cNvPr id="363" name="PlaceHolder 4"/>
          <p:cNvSpPr>
            <a:spLocks noGrp="1"/>
          </p:cNvSpPr>
          <p:nvPr>
            <p:ph type="ftr" idx="8"/>
          </p:nvPr>
        </p:nvSpPr>
        <p:spPr>
          <a:xfrm>
            <a:off x="3443760" y="5255280"/>
            <a:ext cx="3191400" cy="301680"/>
          </a:xfrm>
          <a:prstGeom prst="rect">
            <a:avLst/>
          </a:prstGeom>
          <a:noFill/>
          <a:ln w="0">
            <a:noFill/>
          </a:ln>
        </p:spPr>
        <p:txBody>
          <a:bodyPr anchor="ctr">
            <a:noAutofit/>
          </a:bodyPr>
          <a:lstStyle>
            <a:lvl1pPr algn="ctr">
              <a:buNone/>
              <a:defRPr b="0" lang="ru-RU" sz="1400" spc="-1" strike="noStrike">
                <a:latin typeface="Arial"/>
              </a:defRPr>
            </a:lvl1pPr>
          </a:lstStyle>
          <a:p>
            <a:pPr algn="ctr">
              <a:buNone/>
            </a:pPr>
            <a:r>
              <a:rPr b="0" lang="ru-RU" sz="1400" spc="-1" strike="noStrike">
                <a:latin typeface="Arial"/>
              </a:rPr>
              <a:t>&lt;нижний колонтитул&gt;</a:t>
            </a:r>
            <a:endParaRPr b="0" lang="ru-RU" sz="1400" spc="-1" strike="noStrike">
              <a:latin typeface="Arial"/>
            </a:endParaRPr>
          </a:p>
        </p:txBody>
      </p:sp>
      <p:sp>
        <p:nvSpPr>
          <p:cNvPr id="364" name="PlaceHolder 5"/>
          <p:cNvSpPr>
            <a:spLocks noGrp="1"/>
          </p:cNvSpPr>
          <p:nvPr>
            <p:ph type="sldNum" idx="9"/>
          </p:nvPr>
        </p:nvSpPr>
        <p:spPr>
          <a:xfrm>
            <a:off x="7223760" y="5255280"/>
            <a:ext cx="2351880" cy="301680"/>
          </a:xfrm>
          <a:prstGeom prst="rect">
            <a:avLst/>
          </a:prstGeom>
          <a:noFill/>
          <a:ln w="0">
            <a:noFill/>
          </a:ln>
        </p:spPr>
        <p:txBody>
          <a:bodyPr anchor="ctr">
            <a:noAutofit/>
          </a:bodyPr>
          <a:lstStyle>
            <a:lvl1pPr algn="r">
              <a:lnSpc>
                <a:spcPct val="100000"/>
              </a:lnSpc>
              <a:buNone/>
              <a:defRPr b="0" lang="ru-RU" sz="1200" spc="-1" strike="noStrike">
                <a:solidFill>
                  <a:srgbClr val="8b8b8b"/>
                </a:solidFill>
                <a:latin typeface="Calibri"/>
              </a:defRPr>
            </a:lvl1pPr>
          </a:lstStyle>
          <a:p>
            <a:pPr algn="r">
              <a:lnSpc>
                <a:spcPct val="100000"/>
              </a:lnSpc>
              <a:buNone/>
            </a:pPr>
            <a:fld id="{01741F4C-FC49-48E7-AAD6-841AE5B3F79A}" type="slidenum">
              <a:rPr b="0" lang="ru-RU" sz="1200" spc="-1" strike="noStrike">
                <a:solidFill>
                  <a:srgbClr val="8b8b8b"/>
                </a:solidFill>
                <a:latin typeface="Calibri"/>
              </a:rPr>
              <a:t>&lt;номер&gt;</a:t>
            </a:fld>
            <a:endParaRPr b="0" lang="ru-RU" sz="1200" spc="-1" strike="noStrike">
              <a:latin typeface="Arial"/>
            </a:endParaRPr>
          </a:p>
        </p:txBody>
      </p:sp>
    </p:spTree>
  </p:cSld>
  <p:clrMap bg1="lt1" bg2="lt2" tx1="dk1" tx2="dk2" accent1="accent1" accent2="accent2" accent3="accent3" accent4="accent4" accent5="accent5" accent6="accent6" hlink="hlink" folHlink="folHlink"/>
  <p:sldLayoutIdLst>
    <p:sldLayoutId id="2147483727" r:id="rId2"/>
    <p:sldLayoutId id="2147483728" r:id="rId3"/>
    <p:sldLayoutId id="2147483729" r:id="rId4"/>
    <p:sldLayoutId id="2147483730" r:id="rId5"/>
    <p:sldLayoutId id="2147483731" r:id="rId6"/>
    <p:sldLayoutId id="2147483732" r:id="rId7"/>
    <p:sldLayoutId id="2147483733" r:id="rId8"/>
    <p:sldLayoutId id="2147483734" r:id="rId9"/>
    <p:sldLayoutId id="2147483735" r:id="rId10"/>
    <p:sldLayoutId id="2147483736" r:id="rId11"/>
    <p:sldLayoutId id="2147483737" r:id="rId12"/>
    <p:sldLayoutId id="2147483738"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2.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5.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25.xml"/><Relationship Id="rId3"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41.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slideLayout" Target="../slideLayouts/slideLayout25.xml"/>
</Relationships>
</file>

<file path=ppt/slides/_rels/slide13.xml.rels><?xml version="1.0" encoding="UTF-8"?>
<Relationships xmlns="http://schemas.openxmlformats.org/package/2006/relationships"><Relationship Id="rId1" Type="http://schemas.openxmlformats.org/officeDocument/2006/relationships/image" Target="../media/image9.png"/><Relationship Id="rId2" Type="http://schemas.openxmlformats.org/officeDocument/2006/relationships/slideLayout" Target="../slideLayouts/slideLayout25.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25.xml"/>
</Relationships>
</file>

<file path=ppt/slides/_rels/slide15.xml.rels><?xml version="1.0" encoding="UTF-8"?>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5.xml"/>
</Relationships>
</file>

<file path=ppt/slides/_rels/slide16.xml.rels><?xml version="1.0" encoding="UTF-8"?>
<Relationships xmlns="http://schemas.openxmlformats.org/package/2006/relationships"><Relationship Id="rId1" Type="http://schemas.openxmlformats.org/officeDocument/2006/relationships/diagramData" Target="../diagrams/data1.xml"/><Relationship Id="rId2" Type="http://schemas.openxmlformats.org/officeDocument/2006/relationships/diagramLayout" Target="../diagrams/layout1.xml"/><Relationship Id="rId3" Type="http://schemas.openxmlformats.org/officeDocument/2006/relationships/diagramQuickStyle" Target="../diagrams/quickStyle1.xml"/><Relationship Id="rId4" Type="http://schemas.openxmlformats.org/officeDocument/2006/relationships/diagramColors" Target="../diagrams/colors1.xml"/><Relationship Id="rId5" Type="http://schemas.microsoft.com/office/2007/relationships/diagramDrawing" Target="../diagrams/drawing1.xml"/><Relationship Id="rId6" Type="http://schemas.openxmlformats.org/officeDocument/2006/relationships/slideLayout" Target="../slideLayouts/slideLayout25.xml"/>
</Relationships>
</file>

<file path=ppt/slides/_rels/slide17.xml.rels><?xml version="1.0" encoding="UTF-8"?>
<Relationships xmlns="http://schemas.openxmlformats.org/package/2006/relationships"><Relationship Id="rId1" Type="http://schemas.openxmlformats.org/officeDocument/2006/relationships/diagramData" Target="../diagrams/data2.xml"/><Relationship Id="rId2" Type="http://schemas.openxmlformats.org/officeDocument/2006/relationships/diagramLayout" Target="../diagrams/layout2.xml"/><Relationship Id="rId3" Type="http://schemas.openxmlformats.org/officeDocument/2006/relationships/diagramQuickStyle" Target="../diagrams/quickStyle2.xml"/><Relationship Id="rId4" Type="http://schemas.openxmlformats.org/officeDocument/2006/relationships/diagramColors" Target="../diagrams/colors2.xml"/><Relationship Id="rId5" Type="http://schemas.microsoft.com/office/2007/relationships/diagramDrawing" Target="../diagrams/drawing2.xml"/><Relationship Id="rId6" Type="http://schemas.openxmlformats.org/officeDocument/2006/relationships/slideLayout" Target="../slideLayouts/slideLayout25.xml"/>
</Relationships>
</file>

<file path=ppt/slides/_rels/slide18.xml.rels><?xml version="1.0" encoding="UTF-8"?>
<Relationships xmlns="http://schemas.openxmlformats.org/package/2006/relationships"><Relationship Id="rId1" Type="http://schemas.openxmlformats.org/officeDocument/2006/relationships/diagramData" Target="../diagrams/data3.xml"/><Relationship Id="rId2" Type="http://schemas.openxmlformats.org/officeDocument/2006/relationships/diagramLayout" Target="../diagrams/layout3.xml"/><Relationship Id="rId3" Type="http://schemas.openxmlformats.org/officeDocument/2006/relationships/diagramQuickStyle" Target="../diagrams/quickStyle3.xml"/><Relationship Id="rId4" Type="http://schemas.openxmlformats.org/officeDocument/2006/relationships/diagramColors" Target="../diagrams/colors3.xml"/><Relationship Id="rId5" Type="http://schemas.microsoft.com/office/2007/relationships/diagramDrawing" Target="../diagrams/drawing3.xml"/><Relationship Id="rId6" Type="http://schemas.openxmlformats.org/officeDocument/2006/relationships/image" Target="../media/image12.wmf"/><Relationship Id="rId7" Type="http://schemas.openxmlformats.org/officeDocument/2006/relationships/slideLayout" Target="../slideLayouts/slideLayout25.xml"/>
</Relationships>
</file>

<file path=ppt/slides/_rels/slide19.xml.rels><?xml version="1.0" encoding="UTF-8"?>
<Relationships xmlns="http://schemas.openxmlformats.org/package/2006/relationships"><Relationship Id="rId1" Type="http://schemas.openxmlformats.org/officeDocument/2006/relationships/diagramData" Target="../diagrams/data4.xml"/><Relationship Id="rId2" Type="http://schemas.openxmlformats.org/officeDocument/2006/relationships/diagramLayout" Target="../diagrams/layout4.xml"/><Relationship Id="rId3" Type="http://schemas.openxmlformats.org/officeDocument/2006/relationships/diagramQuickStyle" Target="../diagrams/quickStyle4.xml"/><Relationship Id="rId4" Type="http://schemas.openxmlformats.org/officeDocument/2006/relationships/diagramColors" Target="../diagrams/colors4.xml"/><Relationship Id="rId5" Type="http://schemas.microsoft.com/office/2007/relationships/diagramDrawing" Target="../diagrams/drawing4.xml"/><Relationship Id="rId6" Type="http://schemas.openxmlformats.org/officeDocument/2006/relationships/slideLayout" Target="../slideLayouts/slideLayout25.xml"/>
</Relationships>
</file>

<file path=ppt/slides/_rels/slide20.xml.rels><?xml version="1.0" encoding="UTF-8"?>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4.png"/><Relationship Id="rId3" Type="http://schemas.openxmlformats.org/officeDocument/2006/relationships/slideLayout" Target="../slideLayouts/slideLayout25.xml"/>
</Relationships>
</file>

<file path=ppt/slides/_rels/slide21.xml.rels><?xml version="1.0" encoding="UTF-8"?>
<Relationships xmlns="http://schemas.openxmlformats.org/package/2006/relationships"><Relationship Id="rId1" Type="http://schemas.openxmlformats.org/officeDocument/2006/relationships/image" Target="../media/image15.png"/><Relationship Id="rId2" Type="http://schemas.openxmlformats.org/officeDocument/2006/relationships/image" Target="../media/image16.png"/><Relationship Id="rId3" Type="http://schemas.openxmlformats.org/officeDocument/2006/relationships/slideLayout" Target="../slideLayouts/slideLayout25.xml"/>
</Relationships>
</file>

<file path=ppt/slides/_rels/slide22.xml.rels><?xml version="1.0" encoding="UTF-8"?>
<Relationships xmlns="http://schemas.openxmlformats.org/package/2006/relationships"><Relationship Id="rId1" Type="http://schemas.openxmlformats.org/officeDocument/2006/relationships/image" Target="../media/image17.png"/><Relationship Id="rId2" Type="http://schemas.openxmlformats.org/officeDocument/2006/relationships/slideLayout" Target="../slideLayouts/slideLayout25.xml"/>
</Relationships>
</file>

<file path=ppt/slides/_rels/slide23.xml.rels><?xml version="1.0" encoding="UTF-8"?>
<Relationships xmlns="http://schemas.openxmlformats.org/package/2006/relationships"><Relationship Id="rId1" Type="http://schemas.openxmlformats.org/officeDocument/2006/relationships/image" Target="../media/image18.png"/><Relationship Id="rId2" Type="http://schemas.openxmlformats.org/officeDocument/2006/relationships/slideLayout" Target="../slideLayouts/slideLayout25.xml"/>
</Relationships>
</file>

<file path=ppt/slides/_rels/slide24.xml.rels><?xml version="1.0" encoding="UTF-8"?>
<Relationships xmlns="http://schemas.openxmlformats.org/package/2006/relationships"><Relationship Id="rId1" Type="http://schemas.openxmlformats.org/officeDocument/2006/relationships/image" Target="../media/image19.png"/><Relationship Id="rId2" Type="http://schemas.openxmlformats.org/officeDocument/2006/relationships/slideLayout" Target="../slideLayouts/slideLayout25.xml"/>
</Relationships>
</file>

<file path=ppt/slides/_rels/slide25.xml.rels><?xml version="1.0" encoding="UTF-8"?>
<Relationships xmlns="http://schemas.openxmlformats.org/package/2006/relationships"><Relationship Id="rId1" Type="http://schemas.openxmlformats.org/officeDocument/2006/relationships/image" Target="../media/image20.png"/><Relationship Id="rId2" Type="http://schemas.openxmlformats.org/officeDocument/2006/relationships/slideLayout" Target="../slideLayouts/slideLayout25.xml"/>
</Relationships>
</file>

<file path=ppt/slides/_rels/slide26.xml.rels><?xml version="1.0" encoding="UTF-8"?>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25.xml"/>
</Relationships>
</file>

<file path=ppt/slides/_rels/slide27.xml.rels><?xml version="1.0" encoding="UTF-8"?>
<Relationships xmlns="http://schemas.openxmlformats.org/package/2006/relationships"><Relationship Id="rId1" Type="http://schemas.openxmlformats.org/officeDocument/2006/relationships/image" Target="../media/image22.png"/><Relationship Id="rId2" Type="http://schemas.openxmlformats.org/officeDocument/2006/relationships/image" Target="../media/image23.jpeg"/><Relationship Id="rId3" Type="http://schemas.openxmlformats.org/officeDocument/2006/relationships/slideLayout" Target="../slideLayouts/slideLayout25.xml"/>
</Relationships>
</file>

<file path=ppt/slides/_rels/slide28.xml.rels><?xml version="1.0" encoding="UTF-8"?>
<Relationships xmlns="http://schemas.openxmlformats.org/package/2006/relationships"><Relationship Id="rId1" Type="http://schemas.openxmlformats.org/officeDocument/2006/relationships/image" Target="../media/image24.png"/><Relationship Id="rId2" Type="http://schemas.openxmlformats.org/officeDocument/2006/relationships/slideLayout" Target="../slideLayouts/slideLayout25.xml"/>
</Relationships>
</file>

<file path=ppt/slides/_rels/slide29.xml.rels><?xml version="1.0" encoding="UTF-8"?>
<Relationships xmlns="http://schemas.openxmlformats.org/package/2006/relationships"><Relationship Id="rId1" Type="http://schemas.openxmlformats.org/officeDocument/2006/relationships/image" Target="../media/image25.png"/><Relationship Id="rId2" Type="http://schemas.openxmlformats.org/officeDocument/2006/relationships/image" Target="../media/image26.png"/><Relationship Id="rId3" Type="http://schemas.openxmlformats.org/officeDocument/2006/relationships/slideLayout" Target="../slideLayouts/slideLayout25.xml"/>
</Relationships>
</file>

<file path=ppt/slides/_rels/slide30.xml.rels><?xml version="1.0" encoding="UTF-8"?>
<Relationships xmlns="http://schemas.openxmlformats.org/package/2006/relationships"><Relationship Id="rId1" Type="http://schemas.openxmlformats.org/officeDocument/2006/relationships/slideLayout" Target="../slideLayouts/slideLayout49.xml"/>
</Relationships>
</file>

<file path=ppt/slides/_rels/slide31.xml.rels><?xml version="1.0" encoding="UTF-8"?>
<Relationships xmlns="http://schemas.openxmlformats.org/package/2006/relationships"><Relationship Id="rId1" Type="http://schemas.openxmlformats.org/officeDocument/2006/relationships/diagramData" Target="../diagrams/data5.xml"/><Relationship Id="rId2" Type="http://schemas.openxmlformats.org/officeDocument/2006/relationships/diagramLayout" Target="../diagrams/layout5.xml"/><Relationship Id="rId3" Type="http://schemas.openxmlformats.org/officeDocument/2006/relationships/diagramQuickStyle" Target="../diagrams/quickStyle5.xml"/><Relationship Id="rId4" Type="http://schemas.openxmlformats.org/officeDocument/2006/relationships/diagramColors" Target="../diagrams/colors5.xml"/><Relationship Id="rId5" Type="http://schemas.microsoft.com/office/2007/relationships/diagramDrawing" Target="../diagrams/drawing5.xml"/><Relationship Id="rId6" Type="http://schemas.openxmlformats.org/officeDocument/2006/relationships/slideLayout" Target="../slideLayouts/slideLayout49.xml"/>
</Relationships>
</file>

<file path=ppt/slides/_rels/slide32.xml.rels><?xml version="1.0" encoding="UTF-8"?>
<Relationships xmlns="http://schemas.openxmlformats.org/package/2006/relationships"><Relationship Id="rId1" Type="http://schemas.openxmlformats.org/officeDocument/2006/relationships/diagramData" Target="../diagrams/data6.xml"/><Relationship Id="rId2" Type="http://schemas.openxmlformats.org/officeDocument/2006/relationships/diagramLayout" Target="../diagrams/layout6.xml"/><Relationship Id="rId3" Type="http://schemas.openxmlformats.org/officeDocument/2006/relationships/diagramQuickStyle" Target="../diagrams/quickStyle6.xml"/><Relationship Id="rId4" Type="http://schemas.openxmlformats.org/officeDocument/2006/relationships/diagramColors" Target="../diagrams/colors6.xml"/><Relationship Id="rId5" Type="http://schemas.microsoft.com/office/2007/relationships/diagramDrawing" Target="../diagrams/drawing6.xml"/><Relationship Id="rId6" Type="http://schemas.openxmlformats.org/officeDocument/2006/relationships/slideLayout" Target="../slideLayouts/slideLayout49.xml"/>
</Relationships>
</file>

<file path=ppt/slides/_rels/slide33.xml.rels><?xml version="1.0" encoding="UTF-8"?>
<Relationships xmlns="http://schemas.openxmlformats.org/package/2006/relationships"><Relationship Id="rId1" Type="http://schemas.openxmlformats.org/officeDocument/2006/relationships/diagramData" Target="../diagrams/data7.xml"/><Relationship Id="rId2" Type="http://schemas.openxmlformats.org/officeDocument/2006/relationships/diagramLayout" Target="../diagrams/layout7.xml"/><Relationship Id="rId3" Type="http://schemas.openxmlformats.org/officeDocument/2006/relationships/diagramQuickStyle" Target="../diagrams/quickStyle7.xml"/><Relationship Id="rId4" Type="http://schemas.openxmlformats.org/officeDocument/2006/relationships/diagramColors" Target="../diagrams/colors7.xml"/><Relationship Id="rId5" Type="http://schemas.microsoft.com/office/2007/relationships/diagramDrawing" Target="../diagrams/drawing7.xml"/><Relationship Id="rId6" Type="http://schemas.openxmlformats.org/officeDocument/2006/relationships/image" Target="../media/image27.png"/><Relationship Id="rId7" Type="http://schemas.openxmlformats.org/officeDocument/2006/relationships/slideLayout" Target="../slideLayouts/slideLayout49.xml"/>
</Relationships>
</file>

<file path=ppt/slides/_rels/slide34.xml.rels><?xml version="1.0" encoding="UTF-8"?>
<Relationships xmlns="http://schemas.openxmlformats.org/package/2006/relationships"><Relationship Id="rId1" Type="http://schemas.openxmlformats.org/officeDocument/2006/relationships/diagramData" Target="../diagrams/data8.xml"/><Relationship Id="rId2" Type="http://schemas.openxmlformats.org/officeDocument/2006/relationships/diagramLayout" Target="../diagrams/layout8.xml"/><Relationship Id="rId3" Type="http://schemas.openxmlformats.org/officeDocument/2006/relationships/diagramQuickStyle" Target="../diagrams/quickStyle8.xml"/><Relationship Id="rId4" Type="http://schemas.openxmlformats.org/officeDocument/2006/relationships/diagramColors" Target="../diagrams/colors8.xml"/><Relationship Id="rId5" Type="http://schemas.microsoft.com/office/2007/relationships/diagramDrawing" Target="../diagrams/drawing8.xml"/><Relationship Id="rId6" Type="http://schemas.openxmlformats.org/officeDocument/2006/relationships/slideLayout" Target="../slideLayouts/slideLayout49.xml"/>
</Relationships>
</file>

<file path=ppt/slides/_rels/slide35.xml.rels><?xml version="1.0" encoding="UTF-8"?>
<Relationships xmlns="http://schemas.openxmlformats.org/package/2006/relationships"><Relationship Id="rId1" Type="http://schemas.openxmlformats.org/officeDocument/2006/relationships/image" Target="../media/image28.png"/><Relationship Id="rId2" Type="http://schemas.openxmlformats.org/officeDocument/2006/relationships/slideLayout" Target="../slideLayouts/slideLayout49.xml"/>
</Relationships>
</file>

<file path=ppt/slides/_rels/slide36.xml.rels><?xml version="1.0" encoding="UTF-8"?>
<Relationships xmlns="http://schemas.openxmlformats.org/package/2006/relationships"><Relationship Id="rId1" Type="http://schemas.openxmlformats.org/officeDocument/2006/relationships/image" Target="../media/image29.png"/><Relationship Id="rId2" Type="http://schemas.openxmlformats.org/officeDocument/2006/relationships/slideLayout" Target="../slideLayouts/slideLayout25.xml"/>
</Relationships>
</file>

<file path=ppt/slides/_rels/slide37.xml.rels><?xml version="1.0" encoding="UTF-8"?>
<Relationships xmlns="http://schemas.openxmlformats.org/package/2006/relationships"><Relationship Id="rId1" Type="http://schemas.openxmlformats.org/officeDocument/2006/relationships/image" Target="../media/image30.jpeg"/><Relationship Id="rId2" Type="http://schemas.openxmlformats.org/officeDocument/2006/relationships/slideLayout" Target="../slideLayouts/slideLayout25.xml"/>
</Relationships>
</file>

<file path=ppt/slides/_rels/slide38.xml.rels><?xml version="1.0" encoding="UTF-8"?>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25.xml"/>
</Relationships>
</file>

<file path=ppt/slides/_rels/slide39.xml.rels><?xml version="1.0" encoding="UTF-8"?>
<Relationships xmlns="http://schemas.openxmlformats.org/package/2006/relationships"><Relationship Id="rId1" Type="http://schemas.openxmlformats.org/officeDocument/2006/relationships/image" Target="../media/image32.png"/><Relationship Id="rId2" Type="http://schemas.openxmlformats.org/officeDocument/2006/relationships/slideLayout" Target="../slideLayouts/slideLayout25.xml"/>
</Relationships>
</file>

<file path=ppt/slides/_rels/slide40.xml.rels><?xml version="1.0" encoding="UTF-8"?>
<Relationships xmlns="http://schemas.openxmlformats.org/package/2006/relationships"><Relationship Id="rId1" Type="http://schemas.openxmlformats.org/officeDocument/2006/relationships/image" Target="../media/image33.png"/><Relationship Id="rId2" Type="http://schemas.openxmlformats.org/officeDocument/2006/relationships/slideLayout" Target="../slideLayouts/slideLayout25.xml"/>
</Relationships>
</file>

<file path=ppt/slides/_rels/slide41.xml.rels><?xml version="1.0" encoding="UTF-8"?>
<Relationships xmlns="http://schemas.openxmlformats.org/package/2006/relationships"><Relationship Id="rId1" Type="http://schemas.openxmlformats.org/officeDocument/2006/relationships/image" Target="../media/image34.png"/><Relationship Id="rId2" Type="http://schemas.openxmlformats.org/officeDocument/2006/relationships/slideLayout" Target="../slideLayouts/slideLayout25.xml"/>
</Relationships>
</file>

<file path=ppt/slides/_rels/slide42.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43.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44.xml.rels><?xml version="1.0" encoding="UTF-8"?>
<Relationships xmlns="http://schemas.openxmlformats.org/package/2006/relationships"><Relationship Id="rId1" Type="http://schemas.openxmlformats.org/officeDocument/2006/relationships/diagramData" Target="../diagrams/data9.xml"/><Relationship Id="rId2" Type="http://schemas.openxmlformats.org/officeDocument/2006/relationships/diagramLayout" Target="../diagrams/layout9.xml"/><Relationship Id="rId3" Type="http://schemas.openxmlformats.org/officeDocument/2006/relationships/diagramQuickStyle" Target="../diagrams/quickStyle9.xml"/><Relationship Id="rId4" Type="http://schemas.openxmlformats.org/officeDocument/2006/relationships/diagramColors" Target="../diagrams/colors9.xml"/><Relationship Id="rId5" Type="http://schemas.microsoft.com/office/2007/relationships/diagramDrawing" Target="../diagrams/drawing9.xml"/><Relationship Id="rId6" Type="http://schemas.openxmlformats.org/officeDocument/2006/relationships/slideLayout" Target="../slideLayouts/slideLayout73.xml"/>
</Relationships>
</file>

<file path=ppt/slides/_rels/slide45.xml.rels><?xml version="1.0" encoding="UTF-8"?>
<Relationships xmlns="http://schemas.openxmlformats.org/package/2006/relationships"><Relationship Id="rId1" Type="http://schemas.openxmlformats.org/officeDocument/2006/relationships/diagramData" Target="../diagrams/data10.xml"/><Relationship Id="rId2" Type="http://schemas.openxmlformats.org/officeDocument/2006/relationships/diagramLayout" Target="../diagrams/layout10.xml"/><Relationship Id="rId3" Type="http://schemas.openxmlformats.org/officeDocument/2006/relationships/diagramQuickStyle" Target="../diagrams/quickStyle10.xml"/><Relationship Id="rId4" Type="http://schemas.openxmlformats.org/officeDocument/2006/relationships/diagramColors" Target="../diagrams/colors10.xml"/><Relationship Id="rId5" Type="http://schemas.microsoft.com/office/2007/relationships/diagramDrawing" Target="../diagrams/drawing10.xml"/><Relationship Id="rId6" Type="http://schemas.openxmlformats.org/officeDocument/2006/relationships/slideLayout" Target="../slideLayouts/slideLayout73.xml"/>
</Relationships>
</file>

<file path=ppt/slides/_rels/slide46.xml.rels><?xml version="1.0" encoding="UTF-8"?>
<Relationships xmlns="http://schemas.openxmlformats.org/package/2006/relationships"><Relationship Id="rId1" Type="http://schemas.openxmlformats.org/officeDocument/2006/relationships/diagramData" Target="../diagrams/data11.xml"/><Relationship Id="rId2" Type="http://schemas.openxmlformats.org/officeDocument/2006/relationships/diagramLayout" Target="../diagrams/layout11.xml"/><Relationship Id="rId3" Type="http://schemas.openxmlformats.org/officeDocument/2006/relationships/diagramQuickStyle" Target="../diagrams/quickStyle11.xml"/><Relationship Id="rId4" Type="http://schemas.openxmlformats.org/officeDocument/2006/relationships/diagramColors" Target="../diagrams/colors11.xml"/><Relationship Id="rId5" Type="http://schemas.microsoft.com/office/2007/relationships/diagramDrawing" Target="../diagrams/drawing11.xml"/><Relationship Id="rId6" Type="http://schemas.openxmlformats.org/officeDocument/2006/relationships/image" Target="../media/image35.png"/><Relationship Id="rId7" Type="http://schemas.openxmlformats.org/officeDocument/2006/relationships/slideLayout" Target="../slideLayouts/slideLayout73.xml"/>
</Relationships>
</file>

<file path=ppt/slides/_rels/slide47.xml.rels><?xml version="1.0" encoding="UTF-8"?>
<Relationships xmlns="http://schemas.openxmlformats.org/package/2006/relationships"><Relationship Id="rId1" Type="http://schemas.openxmlformats.org/officeDocument/2006/relationships/image" Target="../media/image36.png"/><Relationship Id="rId2" Type="http://schemas.openxmlformats.org/officeDocument/2006/relationships/slideLayout" Target="../slideLayouts/slideLayout73.xml"/>
</Relationships>
</file>

<file path=ppt/slides/_rels/slide48.xml.rels><?xml version="1.0" encoding="UTF-8"?>
<Relationships xmlns="http://schemas.openxmlformats.org/package/2006/relationships"><Relationship Id="rId1" Type="http://schemas.openxmlformats.org/officeDocument/2006/relationships/image" Target="../media/image37.png"/><Relationship Id="rId2" Type="http://schemas.openxmlformats.org/officeDocument/2006/relationships/slideLayout" Target="../slideLayouts/slideLayout73.xml"/>
</Relationships>
</file>

<file path=ppt/slides/_rels/slide49.xml.rels><?xml version="1.0" encoding="UTF-8"?>
<Relationships xmlns="http://schemas.openxmlformats.org/package/2006/relationships"><Relationship Id="rId1" Type="http://schemas.openxmlformats.org/officeDocument/2006/relationships/image" Target="../media/image38.png"/><Relationship Id="rId2" Type="http://schemas.openxmlformats.org/officeDocument/2006/relationships/slideLayout" Target="../slideLayouts/slideLayout73.xml"/>
</Relationships>
</file>

<file path=ppt/slides/_rels/slide50.xml.rels><?xml version="1.0" encoding="UTF-8"?>
<Relationships xmlns="http://schemas.openxmlformats.org/package/2006/relationships"><Relationship Id="rId1" Type="http://schemas.openxmlformats.org/officeDocument/2006/relationships/slideLayout" Target="../slideLayouts/slideLayout73.xml"/>
</Relationships>
</file>

<file path=ppt/slides/_rels/slide51.xml.rels><?xml version="1.0" encoding="UTF-8"?>
<Relationships xmlns="http://schemas.openxmlformats.org/package/2006/relationships"><Relationship Id="rId1" Type="http://schemas.openxmlformats.org/officeDocument/2006/relationships/diagramData" Target="../diagrams/data12.xml"/><Relationship Id="rId2" Type="http://schemas.openxmlformats.org/officeDocument/2006/relationships/diagramLayout" Target="../diagrams/layout12.xml"/><Relationship Id="rId3" Type="http://schemas.openxmlformats.org/officeDocument/2006/relationships/diagramQuickStyle" Target="../diagrams/quickStyle12.xml"/><Relationship Id="rId4" Type="http://schemas.openxmlformats.org/officeDocument/2006/relationships/diagramColors" Target="../diagrams/colors12.xml"/><Relationship Id="rId5" Type="http://schemas.microsoft.com/office/2007/relationships/diagramDrawing" Target="../diagrams/drawing12.xml"/><Relationship Id="rId6" Type="http://schemas.openxmlformats.org/officeDocument/2006/relationships/slideLayout" Target="../slideLayouts/slideLayout73.xml"/>
</Relationships>
</file>

<file path=ppt/slides/_rels/slide52.xml.rels><?xml version="1.0" encoding="UTF-8"?>
<Relationships xmlns="http://schemas.openxmlformats.org/package/2006/relationships"><Relationship Id="rId1" Type="http://schemas.openxmlformats.org/officeDocument/2006/relationships/diagramData" Target="../diagrams/data13.xml"/><Relationship Id="rId2" Type="http://schemas.openxmlformats.org/officeDocument/2006/relationships/diagramLayout" Target="../diagrams/layout13.xml"/><Relationship Id="rId3" Type="http://schemas.openxmlformats.org/officeDocument/2006/relationships/diagramQuickStyle" Target="../diagrams/quickStyle13.xml"/><Relationship Id="rId4" Type="http://schemas.openxmlformats.org/officeDocument/2006/relationships/diagramColors" Target="../diagrams/colors13.xml"/><Relationship Id="rId5" Type="http://schemas.microsoft.com/office/2007/relationships/diagramDrawing" Target="../diagrams/drawing13.xml"/><Relationship Id="rId6" Type="http://schemas.openxmlformats.org/officeDocument/2006/relationships/slideLayout" Target="../slideLayouts/slideLayout73.xml"/>
</Relationships>
</file>

<file path=ppt/slides/_rels/slide53.xml.rels><?xml version="1.0" encoding="UTF-8"?>
<Relationships xmlns="http://schemas.openxmlformats.org/package/2006/relationships"><Relationship Id="rId1" Type="http://schemas.openxmlformats.org/officeDocument/2006/relationships/diagramData" Target="../diagrams/data14.xml"/><Relationship Id="rId2" Type="http://schemas.openxmlformats.org/officeDocument/2006/relationships/diagramLayout" Target="../diagrams/layout14.xml"/><Relationship Id="rId3" Type="http://schemas.openxmlformats.org/officeDocument/2006/relationships/diagramQuickStyle" Target="../diagrams/quickStyle14.xml"/><Relationship Id="rId4" Type="http://schemas.openxmlformats.org/officeDocument/2006/relationships/diagramColors" Target="../diagrams/colors14.xml"/><Relationship Id="rId5" Type="http://schemas.microsoft.com/office/2007/relationships/diagramDrawing" Target="../diagrams/drawing14.xml"/><Relationship Id="rId6" Type="http://schemas.openxmlformats.org/officeDocument/2006/relationships/image" Target="../media/image39.wmf"/><Relationship Id="rId7" Type="http://schemas.openxmlformats.org/officeDocument/2006/relationships/slideLayout" Target="../slideLayouts/slideLayout73.xml"/>
</Relationships>
</file>

<file path=ppt/slides/_rels/slide54.xml.rels><?xml version="1.0" encoding="UTF-8"?>
<Relationships xmlns="http://schemas.openxmlformats.org/package/2006/relationships"><Relationship Id="rId1" Type="http://schemas.openxmlformats.org/officeDocument/2006/relationships/diagramData" Target="../diagrams/data15.xml"/><Relationship Id="rId2" Type="http://schemas.openxmlformats.org/officeDocument/2006/relationships/diagramLayout" Target="../diagrams/layout15.xml"/><Relationship Id="rId3" Type="http://schemas.openxmlformats.org/officeDocument/2006/relationships/diagramQuickStyle" Target="../diagrams/quickStyle15.xml"/><Relationship Id="rId4" Type="http://schemas.openxmlformats.org/officeDocument/2006/relationships/diagramColors" Target="../diagrams/colors15.xml"/><Relationship Id="rId5" Type="http://schemas.microsoft.com/office/2007/relationships/diagramDrawing" Target="../diagrams/drawing15.xml"/><Relationship Id="rId6" Type="http://schemas.openxmlformats.org/officeDocument/2006/relationships/image" Target="../media/image40.png"/><Relationship Id="rId7" Type="http://schemas.openxmlformats.org/officeDocument/2006/relationships/slideLayout" Target="../slideLayouts/slideLayout73.xml"/>
</Relationships>
</file>

<file path=ppt/slides/_rels/slide55.xml.rels><?xml version="1.0" encoding="UTF-8"?>
<Relationships xmlns="http://schemas.openxmlformats.org/package/2006/relationships"><Relationship Id="rId1" Type="http://schemas.openxmlformats.org/officeDocument/2006/relationships/diagramData" Target="../diagrams/data16.xml"/><Relationship Id="rId2" Type="http://schemas.openxmlformats.org/officeDocument/2006/relationships/diagramLayout" Target="../diagrams/layout16.xml"/><Relationship Id="rId3" Type="http://schemas.openxmlformats.org/officeDocument/2006/relationships/diagramQuickStyle" Target="../diagrams/quickStyle16.xml"/><Relationship Id="rId4" Type="http://schemas.openxmlformats.org/officeDocument/2006/relationships/diagramColors" Target="../diagrams/colors16.xml"/><Relationship Id="rId5" Type="http://schemas.microsoft.com/office/2007/relationships/diagramDrawing" Target="../diagrams/drawing16.xml"/><Relationship Id="rId6" Type="http://schemas.openxmlformats.org/officeDocument/2006/relationships/slideLayout" Target="../slideLayouts/slideLayout73.xml"/>
</Relationships>
</file>

<file path=ppt/slides/_rels/slide56.xml.rels><?xml version="1.0" encoding="UTF-8"?>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73.xml"/>
</Relationships>
</file>

<file path=ppt/slides/_rels/slide57.xml.rels><?xml version="1.0" encoding="UTF-8"?>
<Relationships xmlns="http://schemas.openxmlformats.org/package/2006/relationships"><Relationship Id="rId1" Type="http://schemas.openxmlformats.org/officeDocument/2006/relationships/image" Target="../media/image42.png"/><Relationship Id="rId2" Type="http://schemas.openxmlformats.org/officeDocument/2006/relationships/slideLayout" Target="../slideLayouts/slideLayout73.xml"/>
</Relationships>
</file>

<file path=ppt/slides/_rels/slide58.xml.rels><?xml version="1.0" encoding="UTF-8"?>
<Relationships xmlns="http://schemas.openxmlformats.org/package/2006/relationships"><Relationship Id="rId1" Type="http://schemas.openxmlformats.org/officeDocument/2006/relationships/image" Target="../media/image43.png"/><Relationship Id="rId2" Type="http://schemas.openxmlformats.org/officeDocument/2006/relationships/slideLayout" Target="../slideLayouts/slideLayout73.xml"/>
</Relationships>
</file>

<file path=ppt/slides/_rels/slide59.xml.rels><?xml version="1.0" encoding="UTF-8"?>
<Relationships xmlns="http://schemas.openxmlformats.org/package/2006/relationships"><Relationship Id="rId1" Type="http://schemas.openxmlformats.org/officeDocument/2006/relationships/image" Target="../media/image44.png"/><Relationship Id="rId2" Type="http://schemas.openxmlformats.org/officeDocument/2006/relationships/slideLayout" Target="../slideLayouts/slideLayout73.xml"/>
</Relationships>
</file>

<file path=ppt/slides/_rels/slide60.xml.rels><?xml version="1.0" encoding="UTF-8"?>
<Relationships xmlns="http://schemas.openxmlformats.org/package/2006/relationships"><Relationship Id="rId1" Type="http://schemas.openxmlformats.org/officeDocument/2006/relationships/image" Target="../media/image45.png"/><Relationship Id="rId2" Type="http://schemas.openxmlformats.org/officeDocument/2006/relationships/slideLayout" Target="../slideLayouts/slideLayout73.xml"/>
</Relationships>
</file>

<file path=ppt/slides/_rels/slide61.xml.rels><?xml version="1.0" encoding="UTF-8"?>
<Relationships xmlns="http://schemas.openxmlformats.org/package/2006/relationships"><Relationship Id="rId1" Type="http://schemas.openxmlformats.org/officeDocument/2006/relationships/image" Target="../media/image46.png"/><Relationship Id="rId2" Type="http://schemas.openxmlformats.org/officeDocument/2006/relationships/slideLayout" Target="../slideLayouts/slideLayout73.xml"/>
</Relationships>
</file>

<file path=ppt/slides/_rels/slide62.xml.rels><?xml version="1.0" encoding="UTF-8"?>
<Relationships xmlns="http://schemas.openxmlformats.org/package/2006/relationships"><Relationship Id="rId1" Type="http://schemas.openxmlformats.org/officeDocument/2006/relationships/image" Target="../media/image47.png"/><Relationship Id="rId2" Type="http://schemas.openxmlformats.org/officeDocument/2006/relationships/slideLayout" Target="../slideLayouts/slideLayout73.xml"/>
</Relationships>
</file>

<file path=ppt/slides/_rels/slide63.xml.rels><?xml version="1.0" encoding="UTF-8"?>
<Relationships xmlns="http://schemas.openxmlformats.org/package/2006/relationships"><Relationship Id="rId1" Type="http://schemas.openxmlformats.org/officeDocument/2006/relationships/image" Target="../media/image48.png"/><Relationship Id="rId2" Type="http://schemas.openxmlformats.org/officeDocument/2006/relationships/slideLayout" Target="../slideLayouts/slideLayout73.xml"/>
</Relationships>
</file>

<file path=ppt/slides/_rels/slide64.xml.rels><?xml version="1.0" encoding="UTF-8"?>
<Relationships xmlns="http://schemas.openxmlformats.org/package/2006/relationships"><Relationship Id="rId1" Type="http://schemas.openxmlformats.org/officeDocument/2006/relationships/image" Target="../media/image49.png"/><Relationship Id="rId2" Type="http://schemas.openxmlformats.org/officeDocument/2006/relationships/slideLayout" Target="../slideLayouts/slideLayout73.xml"/>
</Relationships>
</file>

<file path=ppt/slides/_rels/slide65.xml.rels><?xml version="1.0" encoding="UTF-8"?>
<Relationships xmlns="http://schemas.openxmlformats.org/package/2006/relationships"><Relationship Id="rId1" Type="http://schemas.openxmlformats.org/officeDocument/2006/relationships/image" Target="../media/image50.png"/><Relationship Id="rId2" Type="http://schemas.openxmlformats.org/officeDocument/2006/relationships/slideLayout" Target="../slideLayouts/slideLayout73.xml"/>
</Relationships>
</file>

<file path=ppt/slides/_rels/slide66.xml.rels><?xml version="1.0" encoding="UTF-8"?>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73.xml"/>
</Relationships>
</file>

<file path=ppt/slides/_rels/slide67.xml.rels><?xml version="1.0" encoding="UTF-8"?>
<Relationships xmlns="http://schemas.openxmlformats.org/package/2006/relationships"><Relationship Id="rId1" Type="http://schemas.openxmlformats.org/officeDocument/2006/relationships/image" Target="../media/image52.png"/><Relationship Id="rId2" Type="http://schemas.openxmlformats.org/officeDocument/2006/relationships/slideLayout" Target="../slideLayouts/slideLayout73.xml"/>
</Relationships>
</file>

<file path=ppt/slides/_rels/slide68.xml.rels><?xml version="1.0" encoding="UTF-8"?>
<Relationships xmlns="http://schemas.openxmlformats.org/package/2006/relationships"><Relationship Id="rId1" Type="http://schemas.openxmlformats.org/officeDocument/2006/relationships/image" Target="../media/image53.png"/><Relationship Id="rId2" Type="http://schemas.openxmlformats.org/officeDocument/2006/relationships/slideLayout" Target="../slideLayouts/slideLayout73.xml"/>
</Relationships>
</file>

<file path=ppt/slides/_rels/slide69.xml.rels><?xml version="1.0" encoding="UTF-8"?>
<Relationships xmlns="http://schemas.openxmlformats.org/package/2006/relationships"><Relationship Id="rId1" Type="http://schemas.openxmlformats.org/officeDocument/2006/relationships/image" Target="../media/image54.png"/><Relationship Id="rId2" Type="http://schemas.openxmlformats.org/officeDocument/2006/relationships/slideLayout" Target="../slideLayouts/slideLayout73.xml"/>
</Relationships>
</file>

<file path=ppt/slides/_rels/slide70.xml.rels><?xml version="1.0" encoding="UTF-8"?>
<Relationships xmlns="http://schemas.openxmlformats.org/package/2006/relationships"><Relationship Id="rId1" Type="http://schemas.openxmlformats.org/officeDocument/2006/relationships/image" Target="../media/image55.png"/><Relationship Id="rId2" Type="http://schemas.openxmlformats.org/officeDocument/2006/relationships/slideLayout" Target="../slideLayouts/slideLayout73.xml"/>
</Relationships>
</file>

<file path=ppt/slides/_rels/slide71.xml.rels><?xml version="1.0" encoding="UTF-8"?>
<Relationships xmlns="http://schemas.openxmlformats.org/package/2006/relationships"><Relationship Id="rId1" Type="http://schemas.openxmlformats.org/officeDocument/2006/relationships/image" Target="../media/image56.png"/><Relationship Id="rId2" Type="http://schemas.openxmlformats.org/officeDocument/2006/relationships/slideLayout" Target="../slideLayouts/slideLayout73.xml"/>
</Relationships>
</file>

<file path=ppt/slides/_rels/slide72.xml.rels><?xml version="1.0" encoding="UTF-8"?>
<Relationships xmlns="http://schemas.openxmlformats.org/package/2006/relationships"><Relationship Id="rId1" Type="http://schemas.openxmlformats.org/officeDocument/2006/relationships/image" Target="../media/image57.png"/><Relationship Id="rId2" Type="http://schemas.openxmlformats.org/officeDocument/2006/relationships/slideLayout" Target="../slideLayouts/slideLayout73.xml"/>
</Relationships>
</file>

<file path=ppt/slides/_rels/slide73.xml.rels><?xml version="1.0" encoding="UTF-8"?>
<Relationships xmlns="http://schemas.openxmlformats.org/package/2006/relationships"><Relationship Id="rId1" Type="http://schemas.openxmlformats.org/officeDocument/2006/relationships/image" Target="../media/image58.png"/><Relationship Id="rId2" Type="http://schemas.openxmlformats.org/officeDocument/2006/relationships/slideLayout" Target="../slideLayouts/slideLayout73.xml"/>
</Relationships>
</file>

<file path=ppt/slides/_rels/slide74.xml.rels><?xml version="1.0" encoding="UTF-8"?>
<Relationships xmlns="http://schemas.openxmlformats.org/package/2006/relationships"><Relationship Id="rId1" Type="http://schemas.openxmlformats.org/officeDocument/2006/relationships/image" Target="../media/image59.png"/><Relationship Id="rId2" Type="http://schemas.openxmlformats.org/officeDocument/2006/relationships/slideLayout" Target="../slideLayouts/slideLayout73.xml"/>
</Relationships>
</file>

<file path=ppt/slides/_rels/slide75.xml.rels><?xml version="1.0" encoding="UTF-8"?>
<Relationships xmlns="http://schemas.openxmlformats.org/package/2006/relationships"><Relationship Id="rId1" Type="http://schemas.openxmlformats.org/officeDocument/2006/relationships/image" Target="../media/image60.png"/><Relationship Id="rId2" Type="http://schemas.openxmlformats.org/officeDocument/2006/relationships/slideLayout" Target="../slideLayouts/slideLayout73.xml"/>
</Relationships>
</file>

<file path=ppt/slides/_rels/slide76.xml.rels><?xml version="1.0" encoding="UTF-8"?>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3.xml"/>
</Relationships>
</file>

<file path=ppt/slides/_rels/slide77.xml.rels><?xml version="1.0" encoding="UTF-8"?>
<Relationships xmlns="http://schemas.openxmlformats.org/package/2006/relationships"><Relationship Id="rId1" Type="http://schemas.openxmlformats.org/officeDocument/2006/relationships/image" Target="../media/image62.png"/><Relationship Id="rId2" Type="http://schemas.openxmlformats.org/officeDocument/2006/relationships/slideLayout" Target="../slideLayouts/slideLayout73.xml"/>
</Relationships>
</file>

<file path=ppt/slides/_rels/slide78.xml.rels><?xml version="1.0" encoding="UTF-8"?>
<Relationships xmlns="http://schemas.openxmlformats.org/package/2006/relationships"><Relationship Id="rId1" Type="http://schemas.openxmlformats.org/officeDocument/2006/relationships/image" Target="../media/image63.png"/><Relationship Id="rId2" Type="http://schemas.openxmlformats.org/officeDocument/2006/relationships/slideLayout" Target="../slideLayouts/slideLayout73.xml"/>
</Relationships>
</file>

<file path=ppt/slides/_rels/slide79.xml.rels><?xml version="1.0" encoding="UTF-8"?>
<Relationships xmlns="http://schemas.openxmlformats.org/package/2006/relationships"><Relationship Id="rId1" Type="http://schemas.openxmlformats.org/officeDocument/2006/relationships/image" Target="../media/image64.png"/><Relationship Id="rId2" Type="http://schemas.openxmlformats.org/officeDocument/2006/relationships/slideLayout" Target="../slideLayouts/slideLayout73.xml"/>
</Relationships>
</file>

<file path=ppt/slides/_rels/slide80.xml.rels><?xml version="1.0" encoding="UTF-8"?>
<Relationships xmlns="http://schemas.openxmlformats.org/package/2006/relationships"><Relationship Id="rId1" Type="http://schemas.openxmlformats.org/officeDocument/2006/relationships/image" Target="../media/image65.png"/><Relationship Id="rId2" Type="http://schemas.openxmlformats.org/officeDocument/2006/relationships/slideLayout" Target="../slideLayouts/slideLayout73.xml"/>
</Relationships>
</file>

<file path=ppt/slides/_rels/slide81.xml.rels><?xml version="1.0" encoding="UTF-8"?>
<Relationships xmlns="http://schemas.openxmlformats.org/package/2006/relationships"><Relationship Id="rId1" Type="http://schemas.openxmlformats.org/officeDocument/2006/relationships/image" Target="../media/image66.png"/><Relationship Id="rId2" Type="http://schemas.openxmlformats.org/officeDocument/2006/relationships/slideLayout" Target="../slideLayouts/slideLayout73.xml"/>
</Relationships>
</file>

<file path=ppt/slides/_rels/slide82.xml.rels><?xml version="1.0" encoding="UTF-8"?>
<Relationships xmlns="http://schemas.openxmlformats.org/package/2006/relationships"><Relationship Id="rId1" Type="http://schemas.openxmlformats.org/officeDocument/2006/relationships/image" Target="../media/image67.png"/><Relationship Id="rId2" Type="http://schemas.openxmlformats.org/officeDocument/2006/relationships/slideLayout" Target="../slideLayouts/slideLayout73.xml"/>
</Relationships>
</file>

<file path=ppt/slides/_rels/slide83.xml.rels><?xml version="1.0" encoding="UTF-8"?>
<Relationships xmlns="http://schemas.openxmlformats.org/package/2006/relationships"><Relationship Id="rId1" Type="http://schemas.openxmlformats.org/officeDocument/2006/relationships/image" Target="../media/image68.png"/><Relationship Id="rId2" Type="http://schemas.openxmlformats.org/officeDocument/2006/relationships/slideLayout" Target="../slideLayouts/slideLayout73.xml"/>
</Relationships>
</file>

<file path=ppt/slides/_rels/slide84.xml.rels><?xml version="1.0" encoding="UTF-8"?>
<Relationships xmlns="http://schemas.openxmlformats.org/package/2006/relationships"><Relationship Id="rId1" Type="http://schemas.openxmlformats.org/officeDocument/2006/relationships/image" Target="../media/image69.png"/><Relationship Id="rId2" Type="http://schemas.openxmlformats.org/officeDocument/2006/relationships/slideLayout" Target="../slideLayouts/slideLayout73.xml"/>
</Relationships>
</file>

<file path=ppt/slides/_rels/slide85.xml.rels><?xml version="1.0" encoding="UTF-8"?>
<Relationships xmlns="http://schemas.openxmlformats.org/package/2006/relationships"><Relationship Id="rId1" Type="http://schemas.openxmlformats.org/officeDocument/2006/relationships/image" Target="../media/image70.png"/><Relationship Id="rId2" Type="http://schemas.openxmlformats.org/officeDocument/2006/relationships/slideLayout" Target="../slideLayouts/slideLayout73.xml"/>
</Relationships>
</file>

<file path=ppt/slides/_rels/slide86.xml.rels><?xml version="1.0" encoding="UTF-8"?>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73.xml"/>
</Relationships>
</file>

<file path=ppt/slides/_rels/slide87.xml.rels><?xml version="1.0" encoding="UTF-8"?>
<Relationships xmlns="http://schemas.openxmlformats.org/package/2006/relationships"><Relationship Id="rId1" Type="http://schemas.openxmlformats.org/officeDocument/2006/relationships/image" Target="../media/image72.png"/><Relationship Id="rId2" Type="http://schemas.openxmlformats.org/officeDocument/2006/relationships/slideLayout" Target="../slideLayouts/slideLayout73.xml"/>
</Relationships>
</file>

<file path=ppt/slides/_rels/slide88.xml.rels><?xml version="1.0" encoding="UTF-8"?>
<Relationships xmlns="http://schemas.openxmlformats.org/package/2006/relationships"><Relationship Id="rId1" Type="http://schemas.openxmlformats.org/officeDocument/2006/relationships/image" Target="../media/image73.png"/><Relationship Id="rId2" Type="http://schemas.openxmlformats.org/officeDocument/2006/relationships/slideLayout" Target="../slideLayouts/slideLayout73.xml"/>
</Relationships>
</file>

<file path=ppt/slides/_rels/slide89.xml.rels><?xml version="1.0" encoding="UTF-8"?>
<Relationships xmlns="http://schemas.openxmlformats.org/package/2006/relationships"><Relationship Id="rId1" Type="http://schemas.openxmlformats.org/officeDocument/2006/relationships/image" Target="../media/image74.png"/><Relationship Id="rId2" Type="http://schemas.openxmlformats.org/officeDocument/2006/relationships/slideLayout" Target="../slideLayouts/slideLayout7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7" name="PlaceHolder 1"/>
          <p:cNvSpPr>
            <a:spLocks noGrp="1"/>
          </p:cNvSpPr>
          <p:nvPr>
            <p:ph type="title"/>
          </p:nvPr>
        </p:nvSpPr>
        <p:spPr>
          <a:xfrm>
            <a:off x="540000" y="1980000"/>
            <a:ext cx="9000000" cy="1260000"/>
          </a:xfrm>
          <a:prstGeom prst="rect">
            <a:avLst/>
          </a:prstGeom>
          <a:noFill/>
          <a:ln w="0">
            <a:noFill/>
          </a:ln>
        </p:spPr>
        <p:txBody>
          <a:bodyPr lIns="0" rIns="0" tIns="0" bIns="0" anchor="ctr">
            <a:noAutofit/>
          </a:bodyPr>
          <a:p>
            <a:pPr algn="ctr">
              <a:buNone/>
            </a:pPr>
            <a:r>
              <a:rPr b="0" lang="ru-RU" sz="3300" spc="-1" strike="noStrike">
                <a:latin typeface="Arial"/>
              </a:rPr>
              <a:t>Лекция 8. Принципы ООП разработки</a:t>
            </a:r>
            <a:endParaRPr b="0" lang="ru-RU" sz="330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8" name="PlaceHolder 1"/>
          <p:cNvSpPr>
            <a:spLocks noGrp="1"/>
          </p:cNvSpPr>
          <p:nvPr>
            <p:ph type="title"/>
          </p:nvPr>
        </p:nvSpPr>
        <p:spPr>
          <a:xfrm>
            <a:off x="540000" y="93240"/>
            <a:ext cx="9000000" cy="1073880"/>
          </a:xfrm>
          <a:prstGeom prst="rect">
            <a:avLst/>
          </a:prstGeom>
          <a:noFill/>
          <a:ln w="0">
            <a:noFill/>
          </a:ln>
        </p:spPr>
        <p:txBody>
          <a:bodyPr lIns="0" rIns="0" tIns="0" bIns="0" anchor="ctr">
            <a:noAutofit/>
          </a:bodyPr>
          <a:p>
            <a:pPr algn="ctr">
              <a:lnSpc>
                <a:spcPct val="100000"/>
              </a:lnSpc>
              <a:buNone/>
            </a:pPr>
            <a:r>
              <a:rPr b="0" lang="ru-RU" sz="3640" spc="-1" strike="noStrike">
                <a:solidFill>
                  <a:srgbClr val="000000"/>
                </a:solidFill>
                <a:latin typeface="Calibri"/>
                <a:ea typeface="DejaVu Sans"/>
              </a:rPr>
              <a:t>Назначение паттерна «Абстрактная фабрика»</a:t>
            </a:r>
            <a:endParaRPr b="0" lang="ru-RU" sz="3640" spc="-1" strike="noStrike">
              <a:latin typeface="Arial"/>
            </a:endParaRPr>
          </a:p>
        </p:txBody>
      </p:sp>
      <p:sp>
        <p:nvSpPr>
          <p:cNvPr id="409" name="PlaceHolder 2"/>
          <p:cNvSpPr>
            <a:spLocks noGrp="1"/>
          </p:cNvSpPr>
          <p:nvPr>
            <p:ph/>
          </p:nvPr>
        </p:nvSpPr>
        <p:spPr>
          <a:xfrm>
            <a:off x="540000" y="1260000"/>
            <a:ext cx="9000000" cy="3240000"/>
          </a:xfrm>
          <a:prstGeom prst="rect">
            <a:avLst/>
          </a:prstGeom>
          <a:noFill/>
          <a:ln w="0">
            <a:noFill/>
          </a:ln>
        </p:spPr>
        <p:txBody>
          <a:bodyPr lIns="0" rIns="0" tIns="0" bIns="0" anchor="t">
            <a:normAutofit/>
          </a:bodyPr>
          <a:p>
            <a:pPr marL="432000" indent="-324000">
              <a:lnSpc>
                <a:spcPct val="100000"/>
              </a:lnSpc>
              <a:spcBef>
                <a:spcPts val="530"/>
              </a:spcBef>
              <a:buClr>
                <a:srgbClr val="000000"/>
              </a:buClr>
              <a:buSzPct val="45000"/>
              <a:buFont typeface="Wingdings" charset="2"/>
              <a:buChar char=""/>
            </a:pPr>
            <a:r>
              <a:rPr b="0" lang="ru-RU" sz="2640" spc="-1" strike="noStrike">
                <a:solidFill>
                  <a:srgbClr val="000000"/>
                </a:solidFill>
                <a:latin typeface="Calibri"/>
                <a:ea typeface="DejaVu Sans"/>
              </a:rPr>
              <a:t>Предоставляет интерфейс для создания семейств взаимосвязанных или взаимозависимых объектов, не специфицируя их конкретных классов</a:t>
            </a:r>
            <a:endParaRPr b="0" lang="ru-RU" sz="2640" spc="-1" strike="noStrike">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0" name="TextShape 1"/>
          <p:cNvSpPr/>
          <p:nvPr/>
        </p:nvSpPr>
        <p:spPr>
          <a:xfrm>
            <a:off x="1637640" y="226800"/>
            <a:ext cx="6803640" cy="944280"/>
          </a:xfrm>
          <a:prstGeom prst="rect">
            <a:avLst/>
          </a:prstGeom>
          <a:noFill/>
          <a:ln w="0">
            <a:noFill/>
          </a:ln>
        </p:spPr>
        <p:style>
          <a:lnRef idx="0"/>
          <a:fillRef idx="0"/>
          <a:effectRef idx="0"/>
          <a:fontRef idx="minor"/>
        </p:style>
        <p:txBody>
          <a:bodyPr lIns="90000" rIns="90000" tIns="45000" bIns="45000" anchor="ctr">
            <a:normAutofit fontScale="81000"/>
          </a:bodyPr>
          <a:p>
            <a:pPr algn="ctr">
              <a:lnSpc>
                <a:spcPct val="100000"/>
              </a:lnSpc>
              <a:buNone/>
            </a:pPr>
            <a:r>
              <a:rPr b="0" lang="ru-RU" sz="3640" spc="-1" strike="noStrike">
                <a:solidFill>
                  <a:srgbClr val="000000"/>
                </a:solidFill>
                <a:latin typeface="Calibri"/>
                <a:ea typeface="DejaVu Sans"/>
              </a:rPr>
              <a:t>Паттерн «Абстрактная фабрика»</a:t>
            </a:r>
            <a:endParaRPr b="0" lang="ru-RU" sz="3640" spc="-1" strike="noStrike">
              <a:latin typeface="Arial"/>
            </a:endParaRPr>
          </a:p>
        </p:txBody>
      </p:sp>
      <p:sp>
        <p:nvSpPr>
          <p:cNvPr id="411" name="TextShape 2"/>
          <p:cNvSpPr/>
          <p:nvPr/>
        </p:nvSpPr>
        <p:spPr>
          <a:xfrm>
            <a:off x="1637640" y="1322640"/>
            <a:ext cx="6803640" cy="3741120"/>
          </a:xfrm>
          <a:prstGeom prst="rect">
            <a:avLst/>
          </a:prstGeom>
          <a:noFill/>
          <a:ln w="0">
            <a:noFill/>
          </a:ln>
        </p:spPr>
        <p:style>
          <a:lnRef idx="0"/>
          <a:fillRef idx="0"/>
          <a:effectRef idx="0"/>
          <a:fontRef idx="minor"/>
        </p:style>
        <p:txBody>
          <a:bodyPr lIns="90000" rIns="90000" tIns="45000" bIns="45000" anchor="t">
            <a:normAutofit fontScale="94000"/>
          </a:bodyPr>
          <a:p>
            <a:pPr marL="283680" indent="-283320">
              <a:lnSpc>
                <a:spcPct val="90000"/>
              </a:lnSpc>
              <a:spcBef>
                <a:spcPts val="530"/>
              </a:spcBef>
              <a:buClr>
                <a:srgbClr val="000000"/>
              </a:buClr>
              <a:buFont typeface="Arial"/>
              <a:buChar char="•"/>
            </a:pPr>
            <a:r>
              <a:rPr b="0" lang="ru-RU" sz="2640" spc="-1" strike="noStrike">
                <a:solidFill>
                  <a:srgbClr val="000000"/>
                </a:solidFill>
                <a:latin typeface="Calibri"/>
                <a:ea typeface="DejaVu Sans"/>
              </a:rPr>
              <a:t>Шаблон проектирования, позволяющий изменять поведение системы, варьируя создаваемые объекты, при этом сохраняя интерфейсы</a:t>
            </a:r>
            <a:endParaRPr b="0" lang="ru-RU" sz="2640" spc="-1" strike="noStrike">
              <a:latin typeface="Arial"/>
            </a:endParaRPr>
          </a:p>
          <a:p>
            <a:pPr marL="283680" indent="-283320">
              <a:lnSpc>
                <a:spcPct val="90000"/>
              </a:lnSpc>
              <a:spcBef>
                <a:spcPts val="530"/>
              </a:spcBef>
              <a:buClr>
                <a:srgbClr val="000000"/>
              </a:buClr>
              <a:buFont typeface="Arial"/>
              <a:buChar char="•"/>
            </a:pPr>
            <a:r>
              <a:rPr b="0" lang="ru-RU" sz="2640" spc="-1" strike="noStrike">
                <a:solidFill>
                  <a:srgbClr val="000000"/>
                </a:solidFill>
                <a:latin typeface="Calibri"/>
                <a:ea typeface="DejaVu Sans"/>
              </a:rPr>
              <a:t>Предоставляет интерфейс для создания семейств взаимосвязанных или взаимозависимых объектов, не специфицируя их конкретных классов</a:t>
            </a:r>
            <a:endParaRPr b="0" lang="ru-RU" sz="2640" spc="-1" strike="noStrike">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2" name="TextShape 4"/>
          <p:cNvSpPr/>
          <p:nvPr/>
        </p:nvSpPr>
        <p:spPr>
          <a:xfrm>
            <a:off x="1637640" y="22680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Реализация паттерна</a:t>
            </a:r>
            <a:endParaRPr b="0" lang="ru-RU" sz="3640" spc="-1" strike="noStrike">
              <a:latin typeface="Arial"/>
            </a:endParaRPr>
          </a:p>
        </p:txBody>
      </p:sp>
      <p:sp>
        <p:nvSpPr>
          <p:cNvPr id="413" name="TextShape 6"/>
          <p:cNvSpPr/>
          <p:nvPr/>
        </p:nvSpPr>
        <p:spPr>
          <a:xfrm>
            <a:off x="1637640" y="1322640"/>
            <a:ext cx="6803640" cy="3741120"/>
          </a:xfrm>
          <a:prstGeom prst="rect">
            <a:avLst/>
          </a:prstGeom>
          <a:noFill/>
          <a:ln w="0">
            <a:noFill/>
          </a:ln>
        </p:spPr>
        <p:style>
          <a:lnRef idx="0"/>
          <a:fillRef idx="0"/>
          <a:effectRef idx="0"/>
          <a:fontRef idx="minor"/>
        </p:style>
        <p:txBody>
          <a:bodyPr lIns="90000" rIns="90000" tIns="45000" bIns="45000" anchor="t">
            <a:normAutofit fontScale="97000"/>
          </a:bodyPr>
          <a:p>
            <a:pPr marL="283680" indent="-283320">
              <a:lnSpc>
                <a:spcPct val="90000"/>
              </a:lnSpc>
              <a:spcBef>
                <a:spcPts val="530"/>
              </a:spcBef>
              <a:buClr>
                <a:srgbClr val="000000"/>
              </a:buClr>
              <a:buFont typeface="Arial"/>
              <a:buChar char="•"/>
            </a:pPr>
            <a:r>
              <a:rPr b="0" lang="ru-RU" sz="2640" spc="-1" strike="noStrike">
                <a:solidFill>
                  <a:srgbClr val="000000"/>
                </a:solidFill>
                <a:latin typeface="Calibri"/>
                <a:ea typeface="DejaVu Sans"/>
              </a:rPr>
              <a:t>Паттерн «Абстрактная фабрика» реализуется созданием абстрактного класса </a:t>
            </a:r>
            <a:r>
              <a:rPr b="1" lang="ru-RU" sz="2640" spc="-1" strike="noStrike">
                <a:solidFill>
                  <a:srgbClr val="000000"/>
                </a:solidFill>
                <a:latin typeface="Calibri"/>
                <a:ea typeface="DejaVu Sans"/>
              </a:rPr>
              <a:t>Factory</a:t>
            </a:r>
            <a:r>
              <a:rPr b="0" lang="ru-RU" sz="2640" spc="-1" strike="noStrike">
                <a:solidFill>
                  <a:srgbClr val="000000"/>
                </a:solidFill>
                <a:latin typeface="Calibri"/>
                <a:ea typeface="DejaVu Sans"/>
              </a:rPr>
              <a:t>, который представляет собой интерфейс для создания  абстрактных объектов-продуктов</a:t>
            </a:r>
            <a:endParaRPr b="0" lang="ru-RU" sz="2640" spc="-1" strike="noStrike">
              <a:latin typeface="Arial"/>
            </a:endParaRPr>
          </a:p>
          <a:p>
            <a:pPr marL="283680" indent="-283320">
              <a:lnSpc>
                <a:spcPct val="90000"/>
              </a:lnSpc>
              <a:spcBef>
                <a:spcPts val="530"/>
              </a:spcBef>
              <a:buClr>
                <a:srgbClr val="000000"/>
              </a:buClr>
              <a:buFont typeface="Arial"/>
              <a:buChar char="•"/>
            </a:pPr>
            <a:r>
              <a:rPr b="0" lang="ru-RU" sz="2640" spc="-1" strike="noStrike">
                <a:solidFill>
                  <a:srgbClr val="000000"/>
                </a:solidFill>
                <a:latin typeface="Calibri"/>
                <a:ea typeface="DejaVu Sans"/>
              </a:rPr>
              <a:t>На основе данного класса создается один или несколько классов конкретных фабрик, создающих   конкретные объекты-продукты</a:t>
            </a:r>
            <a:endParaRPr b="0" lang="ru-RU" sz="2640" spc="-1" strike="noStrike">
              <a:latin typeface="Arial"/>
            </a:endParaRPr>
          </a:p>
          <a:p>
            <a:pPr>
              <a:lnSpc>
                <a:spcPct val="100000"/>
              </a:lnSpc>
              <a:spcBef>
                <a:spcPts val="530"/>
              </a:spcBef>
              <a:buNone/>
            </a:pPr>
            <a:endParaRPr b="0" lang="ru-RU" sz="2640" spc="-1" strike="noStrike">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4" name="TextShape 7"/>
          <p:cNvSpPr/>
          <p:nvPr/>
        </p:nvSpPr>
        <p:spPr>
          <a:xfrm>
            <a:off x="1637640" y="22680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Применение паттерна</a:t>
            </a:r>
            <a:endParaRPr b="0" lang="ru-RU" sz="3640" spc="-1" strike="noStrike">
              <a:latin typeface="Arial"/>
            </a:endParaRPr>
          </a:p>
        </p:txBody>
      </p:sp>
      <p:sp>
        <p:nvSpPr>
          <p:cNvPr id="415" name="TextShape 9"/>
          <p:cNvSpPr/>
          <p:nvPr/>
        </p:nvSpPr>
        <p:spPr>
          <a:xfrm>
            <a:off x="1637640" y="1322640"/>
            <a:ext cx="6803640" cy="3741120"/>
          </a:xfrm>
          <a:prstGeom prst="rect">
            <a:avLst/>
          </a:prstGeom>
          <a:noFill/>
          <a:ln w="0">
            <a:noFill/>
          </a:ln>
        </p:spPr>
        <p:style>
          <a:lnRef idx="0"/>
          <a:fillRef idx="0"/>
          <a:effectRef idx="0"/>
          <a:fontRef idx="minor"/>
        </p:style>
        <p:txBody>
          <a:bodyPr lIns="90000" rIns="90000" tIns="45000" bIns="45000" anchor="t">
            <a:normAutofit fontScale="88000"/>
          </a:bodyPr>
          <a:p>
            <a:pPr marL="283680" indent="-283320">
              <a:lnSpc>
                <a:spcPct val="90000"/>
              </a:lnSpc>
              <a:spcBef>
                <a:spcPts val="530"/>
              </a:spcBef>
              <a:buClr>
                <a:srgbClr val="000000"/>
              </a:buClr>
              <a:buFont typeface="Arial"/>
              <a:buChar char="•"/>
            </a:pPr>
            <a:r>
              <a:rPr b="0" lang="ru-RU" sz="2640" spc="-1" strike="noStrike">
                <a:solidFill>
                  <a:srgbClr val="000000"/>
                </a:solidFill>
                <a:latin typeface="Calibri"/>
                <a:ea typeface="DejaVu Sans"/>
              </a:rPr>
              <a:t>Используйте паттерн, когда</a:t>
            </a:r>
            <a:endParaRPr b="0" lang="ru-RU" sz="2640" spc="-1" strike="noStrike">
              <a:latin typeface="Arial"/>
            </a:endParaRPr>
          </a:p>
          <a:p>
            <a:pPr lvl="1" marL="614520" indent="-236160">
              <a:lnSpc>
                <a:spcPct val="90000"/>
              </a:lnSpc>
              <a:spcBef>
                <a:spcPts val="465"/>
              </a:spcBef>
              <a:buClr>
                <a:srgbClr val="000000"/>
              </a:buClr>
              <a:buFont typeface="Arial"/>
              <a:buChar char="–"/>
            </a:pPr>
            <a:r>
              <a:rPr b="0" lang="ru-RU" sz="2320" spc="-1" strike="noStrike">
                <a:solidFill>
                  <a:srgbClr val="000000"/>
                </a:solidFill>
                <a:latin typeface="Calibri"/>
                <a:ea typeface="DejaVu Sans"/>
              </a:rPr>
              <a:t>Система не должна зависеть от того, как создаются, компонуются и представляются входящие в нее объекты</a:t>
            </a:r>
            <a:endParaRPr b="0" lang="ru-RU" sz="2320" spc="-1" strike="noStrike">
              <a:latin typeface="Arial"/>
            </a:endParaRPr>
          </a:p>
          <a:p>
            <a:pPr lvl="1" marL="614520" indent="-236160">
              <a:lnSpc>
                <a:spcPct val="90000"/>
              </a:lnSpc>
              <a:spcBef>
                <a:spcPts val="465"/>
              </a:spcBef>
              <a:buClr>
                <a:srgbClr val="000000"/>
              </a:buClr>
              <a:buFont typeface="Arial"/>
              <a:buChar char="–"/>
            </a:pPr>
            <a:r>
              <a:rPr b="0" lang="ru-RU" sz="2320" spc="-1" strike="noStrike">
                <a:solidFill>
                  <a:srgbClr val="000000"/>
                </a:solidFill>
                <a:latin typeface="Calibri"/>
                <a:ea typeface="DejaVu Sans"/>
              </a:rPr>
              <a:t>Входящие в семейство взаимосвязанные объекты должны использоваться вместе и вам необходимо обеспечить выполнение этого ограничения</a:t>
            </a:r>
            <a:endParaRPr b="0" lang="ru-RU" sz="2320" spc="-1" strike="noStrike">
              <a:latin typeface="Arial"/>
            </a:endParaRPr>
          </a:p>
          <a:p>
            <a:pPr lvl="1" marL="614520" indent="-236160">
              <a:lnSpc>
                <a:spcPct val="90000"/>
              </a:lnSpc>
              <a:spcBef>
                <a:spcPts val="465"/>
              </a:spcBef>
              <a:buClr>
                <a:srgbClr val="000000"/>
              </a:buClr>
              <a:buFont typeface="Arial"/>
              <a:buChar char="–"/>
            </a:pPr>
            <a:r>
              <a:rPr b="0" lang="ru-RU" sz="2320" spc="-1" strike="noStrike">
                <a:solidFill>
                  <a:srgbClr val="000000"/>
                </a:solidFill>
                <a:latin typeface="Calibri"/>
                <a:ea typeface="DejaVu Sans"/>
              </a:rPr>
              <a:t>Система должна конфигурироваться одним из семейств составляющих ее объектов</a:t>
            </a:r>
            <a:endParaRPr b="0" lang="ru-RU" sz="2320" spc="-1" strike="noStrike">
              <a:latin typeface="Arial"/>
            </a:endParaRPr>
          </a:p>
          <a:p>
            <a:pPr lvl="1" marL="614520" indent="-236160">
              <a:lnSpc>
                <a:spcPct val="90000"/>
              </a:lnSpc>
              <a:spcBef>
                <a:spcPts val="363"/>
              </a:spcBef>
              <a:buClr>
                <a:srgbClr val="000000"/>
              </a:buClr>
              <a:buFont typeface="Arial"/>
              <a:buChar char="–"/>
            </a:pPr>
            <a:r>
              <a:rPr b="0" lang="ru-RU" sz="1820" spc="-1" strike="noStrike">
                <a:solidFill>
                  <a:srgbClr val="000000"/>
                </a:solidFill>
                <a:latin typeface="Calibri"/>
                <a:ea typeface="DejaVu Sans"/>
              </a:rPr>
              <a:t>Требуется предоставить библиотеку объектов, раскрывая только их интерфейсы, но не реализацию. </a:t>
            </a:r>
            <a:endParaRPr b="0" lang="ru-RU" sz="182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6" name="TextShape 10"/>
          <p:cNvSpPr/>
          <p:nvPr/>
        </p:nvSpPr>
        <p:spPr>
          <a:xfrm>
            <a:off x="1637640" y="22680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Структура</a:t>
            </a:r>
            <a:endParaRPr b="0" lang="ru-RU" sz="3640" spc="-1" strike="noStrike">
              <a:latin typeface="Arial"/>
            </a:endParaRPr>
          </a:p>
        </p:txBody>
      </p:sp>
      <p:pic>
        <p:nvPicPr>
          <p:cNvPr id="417" name="Picture 2" descr="677px-abstract_factory_uml"/>
          <p:cNvPicPr/>
          <p:nvPr/>
        </p:nvPicPr>
        <p:blipFill>
          <a:blip r:embed="rId1"/>
          <a:stretch/>
        </p:blipFill>
        <p:spPr>
          <a:xfrm>
            <a:off x="2068200" y="1650240"/>
            <a:ext cx="5805720" cy="3841920"/>
          </a:xfrm>
          <a:prstGeom prst="rect">
            <a:avLst/>
          </a:prstGeom>
          <a:ln w="0">
            <a:noFill/>
          </a:ln>
        </p:spPr>
      </p:pic>
      <p:sp>
        <p:nvSpPr>
          <p:cNvPr id="418" name="CustomShape 2"/>
          <p:cNvSpPr/>
          <p:nvPr/>
        </p:nvSpPr>
        <p:spPr>
          <a:xfrm>
            <a:off x="4035960" y="1890000"/>
            <a:ext cx="2420640" cy="649080"/>
          </a:xfrm>
          <a:prstGeom prst="borderCallout1">
            <a:avLst>
              <a:gd name="adj1" fmla="val 18750"/>
              <a:gd name="adj2" fmla="val -3676"/>
              <a:gd name="adj3" fmla="val 57106"/>
              <a:gd name="adj4" fmla="val -14457"/>
            </a:avLst>
          </a:prstGeom>
          <a:gradFill rotWithShape="0">
            <a:gsLst>
              <a:gs pos="0">
                <a:srgbClr val="bfd4fe"/>
              </a:gs>
              <a:gs pos="100000">
                <a:srgbClr val="e5efff"/>
              </a:gs>
            </a:gsLst>
            <a:lin ang="16200000"/>
          </a:gradFill>
          <a:ln w="28440">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nSpc>
                <a:spcPct val="100000"/>
              </a:lnSpc>
              <a:buNone/>
            </a:pPr>
            <a:r>
              <a:rPr b="0" lang="ru-RU" sz="1160" spc="-1" strike="noStrike">
                <a:solidFill>
                  <a:srgbClr val="000000"/>
                </a:solidFill>
                <a:latin typeface="Calibri"/>
                <a:ea typeface="DejaVu Sans"/>
              </a:rPr>
              <a:t>Объявляет интерфейс для операций, создающих абстрактные объекты-продукты</a:t>
            </a:r>
            <a:endParaRPr b="0" lang="ru-RU" sz="1160" spc="-1" strike="noStrike">
              <a:latin typeface="Arial"/>
            </a:endParaRPr>
          </a:p>
        </p:txBody>
      </p:sp>
      <p:sp>
        <p:nvSpPr>
          <p:cNvPr id="419" name="CustomShape 3"/>
          <p:cNvSpPr/>
          <p:nvPr/>
        </p:nvSpPr>
        <p:spPr>
          <a:xfrm>
            <a:off x="1259640" y="3720600"/>
            <a:ext cx="2066760" cy="708120"/>
          </a:xfrm>
          <a:prstGeom prst="borderCallout1">
            <a:avLst>
              <a:gd name="adj1" fmla="val -8327"/>
              <a:gd name="adj2" fmla="val 23600"/>
              <a:gd name="adj3" fmla="val -90439"/>
              <a:gd name="adj4" fmla="val 42548"/>
            </a:avLst>
          </a:prstGeom>
          <a:gradFill rotWithShape="0">
            <a:gsLst>
              <a:gs pos="0">
                <a:srgbClr val="bfd4fe"/>
              </a:gs>
              <a:gs pos="100000">
                <a:srgbClr val="e5efff"/>
              </a:gs>
            </a:gsLst>
            <a:lin ang="16200000"/>
          </a:gradFill>
          <a:ln w="28440">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nSpc>
                <a:spcPct val="100000"/>
              </a:lnSpc>
              <a:buNone/>
            </a:pPr>
            <a:r>
              <a:rPr b="0" lang="ru-RU" sz="1160" spc="-1" strike="noStrike">
                <a:solidFill>
                  <a:srgbClr val="000000"/>
                </a:solidFill>
                <a:latin typeface="Calibri"/>
                <a:ea typeface="DejaVu Sans"/>
              </a:rPr>
              <a:t>Реализует операции, создающие конкретные объекты-продукты;</a:t>
            </a:r>
            <a:endParaRPr b="0" lang="ru-RU" sz="1160" spc="-1" strike="noStrike">
              <a:latin typeface="Arial"/>
            </a:endParaRPr>
          </a:p>
        </p:txBody>
      </p:sp>
      <p:sp>
        <p:nvSpPr>
          <p:cNvPr id="420" name="CustomShape 4"/>
          <p:cNvSpPr/>
          <p:nvPr/>
        </p:nvSpPr>
        <p:spPr>
          <a:xfrm>
            <a:off x="6870960" y="2066760"/>
            <a:ext cx="1948320" cy="649080"/>
          </a:xfrm>
          <a:prstGeom prst="borderCallout1">
            <a:avLst>
              <a:gd name="adj1" fmla="val 70134"/>
              <a:gd name="adj2" fmla="val -1177"/>
              <a:gd name="adj3" fmla="val 105308"/>
              <a:gd name="adj4" fmla="val -23145"/>
            </a:avLst>
          </a:prstGeom>
          <a:gradFill rotWithShape="0">
            <a:gsLst>
              <a:gs pos="0">
                <a:srgbClr val="bfd4fe"/>
              </a:gs>
              <a:gs pos="100000">
                <a:srgbClr val="e5efff"/>
              </a:gs>
            </a:gsLst>
            <a:lin ang="16200000"/>
          </a:gradFill>
          <a:ln w="28440">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nSpc>
                <a:spcPct val="100000"/>
              </a:lnSpc>
              <a:buNone/>
            </a:pPr>
            <a:r>
              <a:rPr b="0" lang="ru-RU" sz="1160" spc="-1" strike="noStrike">
                <a:solidFill>
                  <a:srgbClr val="000000"/>
                </a:solidFill>
                <a:latin typeface="Calibri"/>
                <a:ea typeface="DejaVu Sans"/>
              </a:rPr>
              <a:t>Объявляет интерфейс для типа объекта-продукта</a:t>
            </a:r>
            <a:endParaRPr b="0" lang="ru-RU" sz="1160" spc="-1" strike="noStrike">
              <a:latin typeface="Arial"/>
            </a:endParaRPr>
          </a:p>
        </p:txBody>
      </p:sp>
      <p:sp>
        <p:nvSpPr>
          <p:cNvPr id="421" name="CustomShape 5"/>
          <p:cNvSpPr/>
          <p:nvPr/>
        </p:nvSpPr>
        <p:spPr>
          <a:xfrm>
            <a:off x="1909440" y="4961160"/>
            <a:ext cx="2362320" cy="707760"/>
          </a:xfrm>
          <a:prstGeom prst="borderCallout1">
            <a:avLst>
              <a:gd name="adj1" fmla="val -13968"/>
              <a:gd name="adj2" fmla="val 66777"/>
              <a:gd name="adj3" fmla="val -183363"/>
              <a:gd name="adj4" fmla="val 140314"/>
            </a:avLst>
          </a:prstGeom>
          <a:gradFill rotWithShape="0">
            <a:gsLst>
              <a:gs pos="0">
                <a:srgbClr val="bfd4fe"/>
              </a:gs>
              <a:gs pos="100000">
                <a:srgbClr val="e5efff"/>
              </a:gs>
            </a:gsLst>
            <a:lin ang="16200000"/>
          </a:gradFill>
          <a:ln w="28440">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nSpc>
                <a:spcPct val="100000"/>
              </a:lnSpc>
              <a:buNone/>
            </a:pPr>
            <a:r>
              <a:rPr b="0" lang="ru-RU" sz="1160" spc="-1" strike="noStrike">
                <a:solidFill>
                  <a:srgbClr val="000000"/>
                </a:solidFill>
                <a:latin typeface="Calibri"/>
                <a:ea typeface="DejaVu Sans"/>
              </a:rPr>
              <a:t>Определяет объект-продукт, создаваемый соответствующей конкретной</a:t>
            </a:r>
            <a:r>
              <a:rPr b="0" lang="en-US" sz="1160" spc="-1" strike="noStrike">
                <a:solidFill>
                  <a:srgbClr val="000000"/>
                </a:solidFill>
                <a:latin typeface="Calibri"/>
                <a:ea typeface="DejaVu Sans"/>
              </a:rPr>
              <a:t> </a:t>
            </a:r>
            <a:r>
              <a:rPr b="0" lang="ru-RU" sz="1160" spc="-1" strike="noStrike">
                <a:solidFill>
                  <a:srgbClr val="000000"/>
                </a:solidFill>
                <a:latin typeface="Calibri"/>
                <a:ea typeface="DejaVu Sans"/>
              </a:rPr>
              <a:t>фабрикой</a:t>
            </a:r>
            <a:endParaRPr b="0" lang="ru-RU" sz="1160" spc="-1" strike="noStrike">
              <a:latin typeface="Arial"/>
            </a:endParaRPr>
          </a:p>
        </p:txBody>
      </p:sp>
      <p:sp>
        <p:nvSpPr>
          <p:cNvPr id="422" name="CustomShape 6"/>
          <p:cNvSpPr/>
          <p:nvPr/>
        </p:nvSpPr>
        <p:spPr>
          <a:xfrm>
            <a:off x="6221160" y="590040"/>
            <a:ext cx="2597760" cy="826200"/>
          </a:xfrm>
          <a:prstGeom prst="borderCallout1">
            <a:avLst>
              <a:gd name="adj1" fmla="val 108176"/>
              <a:gd name="adj2" fmla="val 16725"/>
              <a:gd name="adj3" fmla="val 135998"/>
              <a:gd name="adj4" fmla="val 33173"/>
            </a:avLst>
          </a:prstGeom>
          <a:gradFill rotWithShape="0">
            <a:gsLst>
              <a:gs pos="0">
                <a:srgbClr val="bfd4fe"/>
              </a:gs>
              <a:gs pos="100000">
                <a:srgbClr val="e5efff"/>
              </a:gs>
            </a:gsLst>
            <a:lin ang="16200000"/>
          </a:gradFill>
          <a:ln w="28440">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nSpc>
                <a:spcPct val="100000"/>
              </a:lnSpc>
              <a:buNone/>
            </a:pPr>
            <a:r>
              <a:rPr b="0" lang="ru-RU" sz="1160" spc="-1" strike="noStrike">
                <a:solidFill>
                  <a:srgbClr val="000000"/>
                </a:solidFill>
                <a:latin typeface="Calibri"/>
                <a:ea typeface="DejaVu Sans"/>
              </a:rPr>
              <a:t>Пользуется исключительно интерфейсами, которые объявлены в классах </a:t>
            </a:r>
            <a:r>
              <a:rPr b="0" lang="en-US" sz="1160" spc="-1" strike="noStrike">
                <a:solidFill>
                  <a:srgbClr val="000000"/>
                </a:solidFill>
                <a:latin typeface="Calibri"/>
                <a:ea typeface="DejaVu Sans"/>
              </a:rPr>
              <a:t>AbstractFactory </a:t>
            </a:r>
            <a:r>
              <a:rPr b="0" lang="ru-RU" sz="1160" spc="-1" strike="noStrike">
                <a:solidFill>
                  <a:srgbClr val="000000"/>
                </a:solidFill>
                <a:latin typeface="Calibri"/>
                <a:ea typeface="DejaVu Sans"/>
              </a:rPr>
              <a:t>и </a:t>
            </a:r>
            <a:r>
              <a:rPr b="0" lang="en-US" sz="1160" spc="-1" strike="noStrike">
                <a:solidFill>
                  <a:srgbClr val="000000"/>
                </a:solidFill>
                <a:latin typeface="Calibri"/>
                <a:ea typeface="DejaVu Sans"/>
              </a:rPr>
              <a:t>AbstractProduct</a:t>
            </a:r>
            <a:endParaRPr b="0" lang="ru-RU" sz="1160" spc="-1" strike="noStrike">
              <a:latin typeface="Arial"/>
            </a:endParaRPr>
          </a:p>
        </p:txBody>
      </p:sp>
    </p:spTree>
  </p:cSld>
  <mc:AlternateContent>
    <mc:Choice Requires="p14">
      <p:transition spd="slow" p14:dur="2000"/>
    </mc:Choice>
    <mc:Fallback>
      <p:transition spd="slow"/>
    </mc:Fallback>
  </mc:AlternateContent>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nodeType="clickEffect" fill="hold" presetClass="entr" presetID="10">
                                  <p:stCondLst>
                                    <p:cond delay="0"/>
                                  </p:stCondLst>
                                  <p:childTnLst>
                                    <p:set>
                                      <p:cBhvr>
                                        <p:cTn id="6" dur="1" fill="hold">
                                          <p:stCondLst>
                                            <p:cond delay="0"/>
                                          </p:stCondLst>
                                        </p:cTn>
                                        <p:tgtEl>
                                          <p:spTgt spid="418"/>
                                        </p:tgtEl>
                                        <p:attrNameLst>
                                          <p:attrName>style.visibility</p:attrName>
                                        </p:attrNameLst>
                                      </p:cBhvr>
                                      <p:to>
                                        <p:strVal val="visible"/>
                                      </p:to>
                                    </p:set>
                                    <p:animEffect filter="fade" transition="in">
                                      <p:cBhvr additive="repl">
                                        <p:cTn id="7" dur="500"/>
                                        <p:tgtEl>
                                          <p:spTgt spid="418"/>
                                        </p:tgtEl>
                                      </p:cBhvr>
                                    </p:animEffect>
                                  </p:childTnLst>
                                </p:cTn>
                              </p:par>
                            </p:childTnLst>
                          </p:cTn>
                        </p:par>
                      </p:childTnLst>
                    </p:cTn>
                  </p:par>
                  <p:par>
                    <p:cTn id="8" fill="hold">
                      <p:stCondLst>
                        <p:cond delay="indefinite"/>
                      </p:stCondLst>
                      <p:childTnLst>
                        <p:par>
                          <p:cTn id="9" fill="hold">
                            <p:stCondLst>
                              <p:cond delay="0"/>
                            </p:stCondLst>
                            <p:childTnLst>
                              <p:par>
                                <p:cTn id="10" nodeType="clickEffect" fill="hold" presetClass="exit" presetID="10">
                                  <p:stCondLst>
                                    <p:cond delay="0"/>
                                  </p:stCondLst>
                                  <p:childTnLst>
                                    <p:animEffect filter="fade" transition="out">
                                      <p:cBhvr additive="repl">
                                        <p:cTn id="11" dur="500"/>
                                        <p:tgtEl>
                                          <p:spTgt spid="418"/>
                                        </p:tgtEl>
                                      </p:cBhvr>
                                    </p:animEffect>
                                    <p:set>
                                      <p:cBhvr>
                                        <p:cTn id="12" dur="1" fill="hold">
                                          <p:stCondLst>
                                            <p:cond delay="499"/>
                                          </p:stCondLst>
                                        </p:cTn>
                                        <p:tgtEl>
                                          <p:spTgt spid="418"/>
                                        </p:tgtEl>
                                        <p:attrNameLst>
                                          <p:attrName>style.visibility</p:attrName>
                                        </p:attrNameLst>
                                      </p:cBhvr>
                                      <p:to>
                                        <p:strVal val="hidden"/>
                                      </p:to>
                                    </p:set>
                                  </p:childTnLst>
                                </p:cTn>
                              </p:par>
                            </p:childTnLst>
                          </p:cTn>
                        </p:par>
                      </p:childTnLst>
                    </p:cTn>
                  </p:par>
                  <p:par>
                    <p:cTn id="13" fill="hold">
                      <p:stCondLst>
                        <p:cond delay="indefinite"/>
                      </p:stCondLst>
                      <p:childTnLst>
                        <p:par>
                          <p:cTn id="14" fill="hold">
                            <p:stCondLst>
                              <p:cond delay="0"/>
                            </p:stCondLst>
                            <p:childTnLst>
                              <p:par>
                                <p:cTn id="15" nodeType="clickEffect" fill="hold" presetClass="entr" presetID="10">
                                  <p:stCondLst>
                                    <p:cond delay="0"/>
                                  </p:stCondLst>
                                  <p:childTnLst>
                                    <p:set>
                                      <p:cBhvr>
                                        <p:cTn id="16" dur="1" fill="hold">
                                          <p:stCondLst>
                                            <p:cond delay="0"/>
                                          </p:stCondLst>
                                        </p:cTn>
                                        <p:tgtEl>
                                          <p:spTgt spid="419"/>
                                        </p:tgtEl>
                                        <p:attrNameLst>
                                          <p:attrName>style.visibility</p:attrName>
                                        </p:attrNameLst>
                                      </p:cBhvr>
                                      <p:to>
                                        <p:strVal val="visible"/>
                                      </p:to>
                                    </p:set>
                                    <p:animEffect filter="fade" transition="in">
                                      <p:cBhvr additive="repl">
                                        <p:cTn id="17" dur="500"/>
                                        <p:tgtEl>
                                          <p:spTgt spid="419"/>
                                        </p:tgtEl>
                                      </p:cBhvr>
                                    </p:animEffect>
                                  </p:childTnLst>
                                </p:cTn>
                              </p:par>
                            </p:childTnLst>
                          </p:cTn>
                        </p:par>
                      </p:childTnLst>
                    </p:cTn>
                  </p:par>
                  <p:par>
                    <p:cTn id="18" fill="hold">
                      <p:stCondLst>
                        <p:cond delay="indefinite"/>
                      </p:stCondLst>
                      <p:childTnLst>
                        <p:par>
                          <p:cTn id="19" fill="hold">
                            <p:stCondLst>
                              <p:cond delay="0"/>
                            </p:stCondLst>
                            <p:childTnLst>
                              <p:par>
                                <p:cTn id="20" nodeType="clickEffect" fill="hold" presetClass="exit" presetID="10">
                                  <p:stCondLst>
                                    <p:cond delay="0"/>
                                  </p:stCondLst>
                                  <p:childTnLst>
                                    <p:animEffect filter="fade" transition="out">
                                      <p:cBhvr additive="repl">
                                        <p:cTn id="21" dur="500"/>
                                        <p:tgtEl>
                                          <p:spTgt spid="419"/>
                                        </p:tgtEl>
                                      </p:cBhvr>
                                    </p:animEffect>
                                    <p:set>
                                      <p:cBhvr>
                                        <p:cTn id="22" dur="1" fill="hold">
                                          <p:stCondLst>
                                            <p:cond delay="499"/>
                                          </p:stCondLst>
                                        </p:cTn>
                                        <p:tgtEl>
                                          <p:spTgt spid="419"/>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nodeType="clickEffect" fill="hold" presetClass="entr" presetID="10">
                                  <p:stCondLst>
                                    <p:cond delay="0"/>
                                  </p:stCondLst>
                                  <p:childTnLst>
                                    <p:set>
                                      <p:cBhvr>
                                        <p:cTn id="26" dur="1" fill="hold">
                                          <p:stCondLst>
                                            <p:cond delay="0"/>
                                          </p:stCondLst>
                                        </p:cTn>
                                        <p:tgtEl>
                                          <p:spTgt spid="420"/>
                                        </p:tgtEl>
                                        <p:attrNameLst>
                                          <p:attrName>style.visibility</p:attrName>
                                        </p:attrNameLst>
                                      </p:cBhvr>
                                      <p:to>
                                        <p:strVal val="visible"/>
                                      </p:to>
                                    </p:set>
                                    <p:animEffect filter="fade" transition="in">
                                      <p:cBhvr additive="repl">
                                        <p:cTn id="27" dur="500"/>
                                        <p:tgtEl>
                                          <p:spTgt spid="420"/>
                                        </p:tgtEl>
                                      </p:cBhvr>
                                    </p:animEffect>
                                  </p:childTnLst>
                                </p:cTn>
                              </p:par>
                            </p:childTnLst>
                          </p:cTn>
                        </p:par>
                      </p:childTnLst>
                    </p:cTn>
                  </p:par>
                  <p:par>
                    <p:cTn id="28" fill="hold">
                      <p:stCondLst>
                        <p:cond delay="indefinite"/>
                      </p:stCondLst>
                      <p:childTnLst>
                        <p:par>
                          <p:cTn id="29" fill="hold">
                            <p:stCondLst>
                              <p:cond delay="0"/>
                            </p:stCondLst>
                            <p:childTnLst>
                              <p:par>
                                <p:cTn id="30" nodeType="clickEffect" fill="hold" presetClass="exit" presetID="10">
                                  <p:stCondLst>
                                    <p:cond delay="0"/>
                                  </p:stCondLst>
                                  <p:childTnLst>
                                    <p:animEffect filter="fade" transition="out">
                                      <p:cBhvr additive="repl">
                                        <p:cTn id="31" dur="500"/>
                                        <p:tgtEl>
                                          <p:spTgt spid="420"/>
                                        </p:tgtEl>
                                      </p:cBhvr>
                                    </p:animEffect>
                                    <p:set>
                                      <p:cBhvr>
                                        <p:cTn id="32" dur="1" fill="hold">
                                          <p:stCondLst>
                                            <p:cond delay="499"/>
                                          </p:stCondLst>
                                        </p:cTn>
                                        <p:tgtEl>
                                          <p:spTgt spid="420"/>
                                        </p:tgtEl>
                                        <p:attrNameLst>
                                          <p:attrName>style.visibility</p:attrName>
                                        </p:attrNameLst>
                                      </p:cBhvr>
                                      <p:to>
                                        <p:strVal val="hidden"/>
                                      </p:to>
                                    </p:set>
                                  </p:childTnLst>
                                </p:cTn>
                              </p:par>
                            </p:childTnLst>
                          </p:cTn>
                        </p:par>
                      </p:childTnLst>
                    </p:cTn>
                  </p:par>
                  <p:par>
                    <p:cTn id="33" fill="hold">
                      <p:stCondLst>
                        <p:cond delay="indefinite"/>
                      </p:stCondLst>
                      <p:childTnLst>
                        <p:par>
                          <p:cTn id="34" fill="hold">
                            <p:stCondLst>
                              <p:cond delay="0"/>
                            </p:stCondLst>
                            <p:childTnLst>
                              <p:par>
                                <p:cTn id="35" nodeType="clickEffect" fill="hold" presetClass="entr" presetID="10">
                                  <p:stCondLst>
                                    <p:cond delay="0"/>
                                  </p:stCondLst>
                                  <p:childTnLst>
                                    <p:set>
                                      <p:cBhvr>
                                        <p:cTn id="36" dur="1" fill="hold">
                                          <p:stCondLst>
                                            <p:cond delay="0"/>
                                          </p:stCondLst>
                                        </p:cTn>
                                        <p:tgtEl>
                                          <p:spTgt spid="421"/>
                                        </p:tgtEl>
                                        <p:attrNameLst>
                                          <p:attrName>style.visibility</p:attrName>
                                        </p:attrNameLst>
                                      </p:cBhvr>
                                      <p:to>
                                        <p:strVal val="visible"/>
                                      </p:to>
                                    </p:set>
                                    <p:animEffect filter="fade" transition="in">
                                      <p:cBhvr additive="repl">
                                        <p:cTn id="37" dur="500"/>
                                        <p:tgtEl>
                                          <p:spTgt spid="421"/>
                                        </p:tgtEl>
                                      </p:cBhvr>
                                    </p:animEffect>
                                  </p:childTnLst>
                                </p:cTn>
                              </p:par>
                            </p:childTnLst>
                          </p:cTn>
                        </p:par>
                      </p:childTnLst>
                    </p:cTn>
                  </p:par>
                  <p:par>
                    <p:cTn id="38" fill="hold">
                      <p:stCondLst>
                        <p:cond delay="indefinite"/>
                      </p:stCondLst>
                      <p:childTnLst>
                        <p:par>
                          <p:cTn id="39" fill="hold">
                            <p:stCondLst>
                              <p:cond delay="0"/>
                            </p:stCondLst>
                            <p:childTnLst>
                              <p:par>
                                <p:cTn id="40" nodeType="clickEffect" fill="hold" presetClass="exit" presetID="10">
                                  <p:stCondLst>
                                    <p:cond delay="0"/>
                                  </p:stCondLst>
                                  <p:childTnLst>
                                    <p:animEffect filter="fade" transition="out">
                                      <p:cBhvr additive="repl">
                                        <p:cTn id="41" dur="500"/>
                                        <p:tgtEl>
                                          <p:spTgt spid="421"/>
                                        </p:tgtEl>
                                      </p:cBhvr>
                                    </p:animEffect>
                                    <p:set>
                                      <p:cBhvr>
                                        <p:cTn id="42" dur="1" fill="hold">
                                          <p:stCondLst>
                                            <p:cond delay="499"/>
                                          </p:stCondLst>
                                        </p:cTn>
                                        <p:tgtEl>
                                          <p:spTgt spid="421"/>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nodeType="clickEffect" fill="hold" presetClass="entr" presetID="10">
                                  <p:stCondLst>
                                    <p:cond delay="0"/>
                                  </p:stCondLst>
                                  <p:childTnLst>
                                    <p:set>
                                      <p:cBhvr>
                                        <p:cTn id="46" dur="1" fill="hold">
                                          <p:stCondLst>
                                            <p:cond delay="0"/>
                                          </p:stCondLst>
                                        </p:cTn>
                                        <p:tgtEl>
                                          <p:spTgt spid="422"/>
                                        </p:tgtEl>
                                        <p:attrNameLst>
                                          <p:attrName>style.visibility</p:attrName>
                                        </p:attrNameLst>
                                      </p:cBhvr>
                                      <p:to>
                                        <p:strVal val="visible"/>
                                      </p:to>
                                    </p:set>
                                    <p:animEffect filter="fade" transition="in">
                                      <p:cBhvr additive="repl">
                                        <p:cTn id="47" dur="500"/>
                                        <p:tgtEl>
                                          <p:spTgt spid="422"/>
                                        </p:tgtEl>
                                      </p:cBhvr>
                                    </p:animEffect>
                                  </p:childTnLst>
                                </p:cTn>
                              </p:par>
                            </p:childTnLst>
                          </p:cTn>
                        </p:par>
                      </p:childTnLst>
                    </p:cTn>
                  </p:par>
                  <p:par>
                    <p:cTn id="48" fill="hold">
                      <p:stCondLst>
                        <p:cond delay="indefinite"/>
                      </p:stCondLst>
                      <p:childTnLst>
                        <p:par>
                          <p:cTn id="49" fill="hold">
                            <p:stCondLst>
                              <p:cond delay="0"/>
                            </p:stCondLst>
                            <p:childTnLst>
                              <p:par>
                                <p:cTn id="50" nodeType="clickEffect" fill="hold" presetClass="exit" presetID="10">
                                  <p:stCondLst>
                                    <p:cond delay="0"/>
                                  </p:stCondLst>
                                  <p:childTnLst>
                                    <p:animEffect filter="fade" transition="out">
                                      <p:cBhvr additive="repl">
                                        <p:cTn id="51" dur="500"/>
                                        <p:tgtEl>
                                          <p:spTgt spid="422"/>
                                        </p:tgtEl>
                                      </p:cBhvr>
                                    </p:animEffect>
                                    <p:set>
                                      <p:cBhvr>
                                        <p:cTn id="52" dur="1" fill="hold">
                                          <p:stCondLst>
                                            <p:cond delay="499"/>
                                          </p:stCondLst>
                                        </p:cTn>
                                        <p:tgtEl>
                                          <p:spTgt spid="422"/>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3" name="TextShape 11"/>
          <p:cNvSpPr/>
          <p:nvPr/>
        </p:nvSpPr>
        <p:spPr>
          <a:xfrm>
            <a:off x="1637640" y="22680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Пример использования</a:t>
            </a:r>
            <a:endParaRPr b="0" lang="ru-RU" sz="3640" spc="-1" strike="noStrike">
              <a:latin typeface="Arial"/>
            </a:endParaRPr>
          </a:p>
        </p:txBody>
      </p:sp>
      <p:sp>
        <p:nvSpPr>
          <p:cNvPr id="424" name="TextShape 14"/>
          <p:cNvSpPr/>
          <p:nvPr/>
        </p:nvSpPr>
        <p:spPr>
          <a:xfrm>
            <a:off x="1637640" y="1322640"/>
            <a:ext cx="6803640" cy="3741120"/>
          </a:xfrm>
          <a:prstGeom prst="rect">
            <a:avLst/>
          </a:prstGeom>
          <a:noFill/>
          <a:ln w="0">
            <a:noFill/>
          </a:ln>
        </p:spPr>
        <p:style>
          <a:lnRef idx="0"/>
          <a:fillRef idx="0"/>
          <a:effectRef idx="0"/>
          <a:fontRef idx="minor"/>
        </p:style>
        <p:txBody>
          <a:bodyPr lIns="90000" rIns="90000" tIns="45000" bIns="45000" anchor="t">
            <a:normAutofit fontScale="75000"/>
          </a:bodyPr>
          <a:p>
            <a:pPr marL="283680" indent="-283320">
              <a:lnSpc>
                <a:spcPct val="100000"/>
              </a:lnSpc>
              <a:spcBef>
                <a:spcPts val="530"/>
              </a:spcBef>
              <a:buClr>
                <a:srgbClr val="000000"/>
              </a:buClr>
              <a:buFont typeface="Arial"/>
              <a:buChar char="•"/>
            </a:pPr>
            <a:r>
              <a:rPr b="0" lang="ru-RU" sz="2640" spc="-1" strike="noStrike">
                <a:solidFill>
                  <a:srgbClr val="000000"/>
                </a:solidFill>
                <a:latin typeface="Calibri"/>
                <a:ea typeface="DejaVu Sans"/>
              </a:rPr>
              <a:t>При разработке приложений с графическим интерфейсом пользователя необходимо создавать различные элементы управления</a:t>
            </a:r>
            <a:endParaRPr b="0" lang="ru-RU" sz="2640" spc="-1" strike="noStrike">
              <a:latin typeface="Arial"/>
            </a:endParaRPr>
          </a:p>
          <a:p>
            <a:pPr lvl="1" marL="614520" indent="-236160">
              <a:lnSpc>
                <a:spcPct val="100000"/>
              </a:lnSpc>
              <a:spcBef>
                <a:spcPts val="465"/>
              </a:spcBef>
              <a:buClr>
                <a:srgbClr val="000000"/>
              </a:buClr>
              <a:buFont typeface="Arial"/>
              <a:buChar char="–"/>
            </a:pPr>
            <a:r>
              <a:rPr b="0" lang="ru-RU" sz="2320" spc="-1" strike="noStrike">
                <a:solidFill>
                  <a:srgbClr val="000000"/>
                </a:solidFill>
                <a:latin typeface="Calibri"/>
                <a:ea typeface="DejaVu Sans"/>
              </a:rPr>
              <a:t>Кнопки, текстовые поля, радио-кнопки, выпадающие списки и т.п.</a:t>
            </a:r>
            <a:endParaRPr b="0" lang="ru-RU" sz="2320" spc="-1" strike="noStrike">
              <a:latin typeface="Arial"/>
            </a:endParaRPr>
          </a:p>
          <a:p>
            <a:pPr marL="283680" indent="-283320">
              <a:lnSpc>
                <a:spcPct val="100000"/>
              </a:lnSpc>
              <a:spcBef>
                <a:spcPts val="530"/>
              </a:spcBef>
              <a:buClr>
                <a:srgbClr val="000000"/>
              </a:buClr>
              <a:buFont typeface="Arial"/>
              <a:buChar char="•"/>
            </a:pPr>
            <a:r>
              <a:rPr b="0" lang="ru-RU" sz="2640" spc="-1" strike="noStrike">
                <a:solidFill>
                  <a:srgbClr val="000000"/>
                </a:solidFill>
                <a:latin typeface="Calibri"/>
                <a:ea typeface="DejaVu Sans"/>
              </a:rPr>
              <a:t>Их создание и работа с ними в различных ОС осуществляется по-разному</a:t>
            </a:r>
            <a:endParaRPr b="0" lang="ru-RU" sz="2640" spc="-1" strike="noStrike">
              <a:latin typeface="Arial"/>
            </a:endParaRPr>
          </a:p>
          <a:p>
            <a:pPr lvl="1" marL="614520" indent="-236160">
              <a:lnSpc>
                <a:spcPct val="100000"/>
              </a:lnSpc>
              <a:spcBef>
                <a:spcPts val="465"/>
              </a:spcBef>
              <a:buClr>
                <a:srgbClr val="000000"/>
              </a:buClr>
              <a:buFont typeface="Arial"/>
              <a:buChar char="–"/>
            </a:pPr>
            <a:r>
              <a:rPr b="0" lang="ru-RU" sz="2320" spc="-1" strike="noStrike">
                <a:solidFill>
                  <a:srgbClr val="000000"/>
                </a:solidFill>
                <a:latin typeface="Calibri"/>
                <a:ea typeface="DejaVu Sans"/>
              </a:rPr>
              <a:t>Чтобы приложение можно было легче перенести в другую ОС в нем не должно быть жесткой привязки к типам конкретных классов элементов управления</a:t>
            </a:r>
            <a:endParaRPr b="0" lang="ru-RU" sz="2320" spc="-1" strike="noStrike">
              <a:latin typeface="Arial"/>
            </a:endParaRPr>
          </a:p>
          <a:p>
            <a:pPr lvl="1" marL="614520" indent="-236160">
              <a:lnSpc>
                <a:spcPct val="100000"/>
              </a:lnSpc>
              <a:spcBef>
                <a:spcPts val="465"/>
              </a:spcBef>
              <a:buClr>
                <a:srgbClr val="000000"/>
              </a:buClr>
              <a:buFont typeface="Arial"/>
              <a:buChar char="–"/>
            </a:pPr>
            <a:r>
              <a:rPr b="0" lang="ru-RU" sz="2320" spc="-1" strike="noStrike">
                <a:solidFill>
                  <a:srgbClr val="000000"/>
                </a:solidFill>
                <a:latin typeface="Calibri"/>
                <a:ea typeface="DejaVu Sans"/>
              </a:rPr>
              <a:t>Паттерн «Абстрактная фабрика» облегчает решение данной задачи</a:t>
            </a:r>
            <a:endParaRPr b="0" lang="ru-RU" sz="232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25" name="TextShape 15"/>
          <p:cNvSpPr/>
          <p:nvPr/>
        </p:nvSpPr>
        <p:spPr>
          <a:xfrm>
            <a:off x="1637640" y="22680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Иерархия</a:t>
            </a:r>
            <a:r>
              <a:rPr b="0" lang="en-US" sz="3640" spc="-1" strike="noStrike">
                <a:solidFill>
                  <a:srgbClr val="000000"/>
                </a:solidFill>
                <a:latin typeface="Calibri"/>
                <a:ea typeface="DejaVu Sans"/>
              </a:rPr>
              <a:t> </a:t>
            </a:r>
            <a:r>
              <a:rPr b="0" lang="ru-RU" sz="3640" spc="-1" strike="noStrike">
                <a:solidFill>
                  <a:srgbClr val="000000"/>
                </a:solidFill>
                <a:latin typeface="Calibri"/>
                <a:ea typeface="DejaVu Sans"/>
              </a:rPr>
              <a:t>классов</a:t>
            </a:r>
            <a:endParaRPr b="0" lang="ru-RU" sz="3640" spc="-1" strike="noStrike">
              <a:latin typeface="Arial"/>
            </a:endParaRPr>
          </a:p>
        </p:txBody>
      </p:sp>
      <p:sp>
        <p:nvSpPr>
          <p:cNvPr id="426" name="CustomShape 1"/>
          <p:cNvSpPr/>
          <p:nvPr/>
        </p:nvSpPr>
        <p:spPr>
          <a:xfrm rot="5400000">
            <a:off x="2692440" y="3883320"/>
            <a:ext cx="235800" cy="737640"/>
          </a:xfrm>
          <a:prstGeom prst="bentConnector3">
            <a:avLst>
              <a:gd name="adj1" fmla="val 50000"/>
            </a:avLst>
          </a:prstGeom>
          <a:gradFill rotWithShape="0">
            <a:gsLst>
              <a:gs pos="0">
                <a:srgbClr val="bfd4fe"/>
              </a:gs>
              <a:gs pos="100000">
                <a:srgbClr val="e5efff"/>
              </a:gs>
            </a:gsLst>
            <a:lin ang="0"/>
          </a:gradFill>
          <a:ln>
            <a:solidFill>
              <a:srgbClr val="4a7ebb"/>
            </a:solidFill>
            <a:round/>
            <a:tailEnd len="med" type="arrow" w="me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sp>
      <p:sp>
        <p:nvSpPr>
          <p:cNvPr id="427" name="CustomShape 7"/>
          <p:cNvSpPr/>
          <p:nvPr/>
        </p:nvSpPr>
        <p:spPr>
          <a:xfrm>
            <a:off x="2499840" y="3838680"/>
            <a:ext cx="1357920" cy="294480"/>
          </a:xfrm>
          <a:prstGeom prst="rect">
            <a:avLst/>
          </a:prstGeom>
          <a:gradFill rotWithShape="0">
            <a:gsLst>
              <a:gs pos="0">
                <a:srgbClr val="bfd4fe"/>
              </a:gs>
              <a:gs pos="100000">
                <a:srgbClr val="e5efff"/>
              </a:gs>
            </a:gsLst>
            <a:lin ang="16200000"/>
          </a:gradFill>
          <a:ln>
            <a:solidFill>
              <a:srgbClr val="4a7ebb"/>
            </a:solidFill>
            <a:prstDash val="dash"/>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CButton</a:t>
            </a:r>
            <a:endParaRPr b="0" lang="ru-RU" sz="1160" spc="-1" strike="noStrike">
              <a:latin typeface="Arial"/>
            </a:endParaRPr>
          </a:p>
        </p:txBody>
      </p:sp>
      <p:sp>
        <p:nvSpPr>
          <p:cNvPr id="428" name="CustomShape 8"/>
          <p:cNvSpPr/>
          <p:nvPr/>
        </p:nvSpPr>
        <p:spPr>
          <a:xfrm>
            <a:off x="1731960" y="4370040"/>
            <a:ext cx="1416960" cy="294480"/>
          </a:xfrm>
          <a:prstGeom prst="rect">
            <a:avLst/>
          </a:prstGeom>
          <a:gradFill rotWithShape="0">
            <a:gsLst>
              <a:gs pos="0">
                <a:srgbClr val="bfd4fe"/>
              </a:gs>
              <a:gs pos="100000">
                <a:srgbClr val="e5efff"/>
              </a:gs>
            </a:gsLst>
            <a:lin ang="16200000"/>
          </a:gradFill>
          <a:ln>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CWindowsButton</a:t>
            </a:r>
            <a:endParaRPr b="0" lang="ru-RU" sz="1160" spc="-1" strike="noStrike">
              <a:latin typeface="Arial"/>
            </a:endParaRPr>
          </a:p>
        </p:txBody>
      </p:sp>
      <p:sp>
        <p:nvSpPr>
          <p:cNvPr id="429" name="CustomShape 9"/>
          <p:cNvSpPr/>
          <p:nvPr/>
        </p:nvSpPr>
        <p:spPr>
          <a:xfrm>
            <a:off x="3208680" y="4370040"/>
            <a:ext cx="1357920" cy="294480"/>
          </a:xfrm>
          <a:prstGeom prst="rect">
            <a:avLst/>
          </a:prstGeom>
          <a:gradFill rotWithShape="0">
            <a:gsLst>
              <a:gs pos="0">
                <a:srgbClr val="bfd4fe"/>
              </a:gs>
              <a:gs pos="100000">
                <a:srgbClr val="e5efff"/>
              </a:gs>
            </a:gsLst>
            <a:lin ang="16200000"/>
          </a:gradFill>
          <a:ln>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CMacOSXButton</a:t>
            </a:r>
            <a:endParaRPr b="0" lang="ru-RU" sz="1160" spc="-1" strike="noStrike">
              <a:latin typeface="Arial"/>
            </a:endParaRPr>
          </a:p>
        </p:txBody>
      </p:sp>
      <p:sp>
        <p:nvSpPr>
          <p:cNvPr id="430" name="CustomShape 10"/>
          <p:cNvSpPr/>
          <p:nvPr/>
        </p:nvSpPr>
        <p:spPr>
          <a:xfrm flipH="1" rot="16200000">
            <a:off x="3415320" y="3897720"/>
            <a:ext cx="235800" cy="708120"/>
          </a:xfrm>
          <a:prstGeom prst="bentConnector3">
            <a:avLst>
              <a:gd name="adj1" fmla="val 50000"/>
            </a:avLst>
          </a:prstGeom>
          <a:gradFill rotWithShape="0">
            <a:gsLst>
              <a:gs pos="0">
                <a:srgbClr val="bfd4fe"/>
              </a:gs>
              <a:gs pos="100000">
                <a:srgbClr val="e5efff"/>
              </a:gs>
            </a:gsLst>
            <a:lin ang="0"/>
          </a:gradFill>
          <a:ln>
            <a:solidFill>
              <a:srgbClr val="4a7ebb"/>
            </a:solidFill>
            <a:round/>
            <a:tailEnd len="med" type="arrow" w="me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sp>
      <p:sp>
        <p:nvSpPr>
          <p:cNvPr id="431" name="CustomShape 11"/>
          <p:cNvSpPr/>
          <p:nvPr/>
        </p:nvSpPr>
        <p:spPr>
          <a:xfrm rot="5400000">
            <a:off x="5925960" y="3867840"/>
            <a:ext cx="176400" cy="826200"/>
          </a:xfrm>
          <a:prstGeom prst="bentConnector3">
            <a:avLst>
              <a:gd name="adj1" fmla="val 50000"/>
            </a:avLst>
          </a:prstGeom>
          <a:gradFill rotWithShape="0">
            <a:gsLst>
              <a:gs pos="0">
                <a:srgbClr val="bfd4fe"/>
              </a:gs>
              <a:gs pos="100000">
                <a:srgbClr val="e5efff"/>
              </a:gs>
            </a:gsLst>
            <a:lin ang="0"/>
          </a:gradFill>
          <a:ln>
            <a:solidFill>
              <a:srgbClr val="4a7ebb"/>
            </a:solidFill>
            <a:round/>
            <a:tailEnd len="med" type="arrow" w="me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sp>
      <p:sp>
        <p:nvSpPr>
          <p:cNvPr id="432" name="CustomShape 13"/>
          <p:cNvSpPr/>
          <p:nvPr/>
        </p:nvSpPr>
        <p:spPr>
          <a:xfrm>
            <a:off x="5748480" y="3838680"/>
            <a:ext cx="1357920" cy="353880"/>
          </a:xfrm>
          <a:prstGeom prst="rect">
            <a:avLst/>
          </a:prstGeom>
          <a:gradFill rotWithShape="0">
            <a:gsLst>
              <a:gs pos="0">
                <a:srgbClr val="bfd4fe"/>
              </a:gs>
              <a:gs pos="100000">
                <a:srgbClr val="e5efff"/>
              </a:gs>
            </a:gsLst>
            <a:lin ang="16200000"/>
          </a:gradFill>
          <a:ln>
            <a:solidFill>
              <a:srgbClr val="4a7ebb"/>
            </a:solidFill>
            <a:prstDash val="dash"/>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CRadioButton</a:t>
            </a:r>
            <a:endParaRPr b="0" lang="ru-RU" sz="1160" spc="-1" strike="noStrike">
              <a:latin typeface="Arial"/>
            </a:endParaRPr>
          </a:p>
        </p:txBody>
      </p:sp>
      <p:sp>
        <p:nvSpPr>
          <p:cNvPr id="433" name="CustomShape 14"/>
          <p:cNvSpPr/>
          <p:nvPr/>
        </p:nvSpPr>
        <p:spPr>
          <a:xfrm>
            <a:off x="4685400" y="4370040"/>
            <a:ext cx="1830600" cy="294480"/>
          </a:xfrm>
          <a:prstGeom prst="rect">
            <a:avLst/>
          </a:prstGeom>
          <a:gradFill rotWithShape="0">
            <a:gsLst>
              <a:gs pos="0">
                <a:srgbClr val="bfd4fe"/>
              </a:gs>
              <a:gs pos="100000">
                <a:srgbClr val="e5efff"/>
              </a:gs>
            </a:gsLst>
            <a:lin ang="16200000"/>
          </a:gradFill>
          <a:ln>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CWindowsRadioButton</a:t>
            </a:r>
            <a:endParaRPr b="0" lang="ru-RU" sz="1160" spc="-1" strike="noStrike">
              <a:latin typeface="Arial"/>
            </a:endParaRPr>
          </a:p>
        </p:txBody>
      </p:sp>
      <p:sp>
        <p:nvSpPr>
          <p:cNvPr id="434" name="CustomShape 16"/>
          <p:cNvSpPr/>
          <p:nvPr/>
        </p:nvSpPr>
        <p:spPr>
          <a:xfrm>
            <a:off x="6575400" y="4370040"/>
            <a:ext cx="1771200" cy="294480"/>
          </a:xfrm>
          <a:prstGeom prst="rect">
            <a:avLst/>
          </a:prstGeom>
          <a:gradFill rotWithShape="0">
            <a:gsLst>
              <a:gs pos="0">
                <a:srgbClr val="bfd4fe"/>
              </a:gs>
              <a:gs pos="100000">
                <a:srgbClr val="e5efff"/>
              </a:gs>
            </a:gsLst>
            <a:lin ang="16200000"/>
          </a:gradFill>
          <a:ln>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CMacOSXRadioButton</a:t>
            </a:r>
            <a:endParaRPr b="0" lang="ru-RU" sz="1160" spc="-1" strike="noStrike">
              <a:latin typeface="Arial"/>
            </a:endParaRPr>
          </a:p>
        </p:txBody>
      </p:sp>
      <p:sp>
        <p:nvSpPr>
          <p:cNvPr id="435" name="CustomShape 17"/>
          <p:cNvSpPr/>
          <p:nvPr/>
        </p:nvSpPr>
        <p:spPr>
          <a:xfrm flipH="1" rot="16200000">
            <a:off x="6856560" y="3764880"/>
            <a:ext cx="176400" cy="1033200"/>
          </a:xfrm>
          <a:prstGeom prst="bentConnector3">
            <a:avLst>
              <a:gd name="adj1" fmla="val 50000"/>
            </a:avLst>
          </a:prstGeom>
          <a:gradFill rotWithShape="0">
            <a:gsLst>
              <a:gs pos="0">
                <a:srgbClr val="bfd4fe"/>
              </a:gs>
              <a:gs pos="100000">
                <a:srgbClr val="e5efff"/>
              </a:gs>
            </a:gsLst>
            <a:lin ang="0"/>
          </a:gradFill>
          <a:ln>
            <a:solidFill>
              <a:srgbClr val="4a7ebb"/>
            </a:solidFill>
            <a:round/>
            <a:tailEnd len="med" type="arrow" w="me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sp>
      <p:grpSp>
        <p:nvGrpSpPr>
          <p:cNvPr id="436" name="Group 4"/>
          <p:cNvGrpSpPr/>
          <p:nvPr/>
        </p:nvGrpSpPr>
        <p:grpSpPr>
          <a:xfrm>
            <a:off x="3710880" y="1594440"/>
            <a:ext cx="2716200" cy="885600"/>
            <a:chOff x="3710880" y="1594440"/>
            <a:chExt cx="2716200" cy="885600"/>
          </a:xfrm>
        </p:grpSpPr>
        <p:sp>
          <p:nvSpPr>
            <p:cNvPr id="437" name="CustomShape 19"/>
            <p:cNvSpPr/>
            <p:nvPr/>
          </p:nvSpPr>
          <p:spPr>
            <a:xfrm>
              <a:off x="3710880" y="1594440"/>
              <a:ext cx="2716200" cy="294480"/>
            </a:xfrm>
            <a:prstGeom prst="rect">
              <a:avLst/>
            </a:prstGeom>
            <a:gradFill rotWithShape="0">
              <a:gsLst>
                <a:gs pos="0">
                  <a:srgbClr val="bfd4fe"/>
                </a:gs>
                <a:gs pos="100000">
                  <a:srgbClr val="e5efff"/>
                </a:gs>
              </a:gsLst>
              <a:lin ang="16200000"/>
            </a:gradFill>
            <a:ln>
              <a:solidFill>
                <a:srgbClr val="4a7ebb"/>
              </a:solidFill>
              <a:prstDash val="dash"/>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UIFactory</a:t>
              </a:r>
              <a:endParaRPr b="0" lang="ru-RU" sz="1160" spc="-1" strike="noStrike">
                <a:latin typeface="Arial"/>
              </a:endParaRPr>
            </a:p>
          </p:txBody>
        </p:sp>
        <p:sp>
          <p:nvSpPr>
            <p:cNvPr id="438" name="CustomShape 20"/>
            <p:cNvSpPr/>
            <p:nvPr/>
          </p:nvSpPr>
          <p:spPr>
            <a:xfrm>
              <a:off x="3710880" y="1890000"/>
              <a:ext cx="2716200" cy="590040"/>
            </a:xfrm>
            <a:prstGeom prst="rect">
              <a:avLst/>
            </a:prstGeom>
            <a:gradFill rotWithShape="0">
              <a:gsLst>
                <a:gs pos="0">
                  <a:srgbClr val="bfd4fe"/>
                </a:gs>
                <a:gs pos="100000">
                  <a:srgbClr val="e5efff"/>
                </a:gs>
              </a:gsLst>
              <a:lin ang="16200000"/>
            </a:gradFill>
            <a:ln>
              <a:solidFill>
                <a:srgbClr val="4a7ebb"/>
              </a:solidFill>
              <a:prstDash val="dash"/>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t">
              <a:noAutofit/>
            </a:bodyPr>
            <a:p>
              <a:pPr>
                <a:lnSpc>
                  <a:spcPct val="100000"/>
                </a:lnSpc>
                <a:buNone/>
              </a:pPr>
              <a:r>
                <a:rPr b="0" lang="en-US" sz="1160" spc="-1" strike="noStrike">
                  <a:solidFill>
                    <a:srgbClr val="000000"/>
                  </a:solidFill>
                  <a:latin typeface="Calibri"/>
                  <a:ea typeface="DejaVu Sans"/>
                </a:rPr>
                <a:t>CButton* CreateButton()=0</a:t>
              </a:r>
              <a:endParaRPr b="0" lang="ru-RU" sz="1160" spc="-1" strike="noStrike">
                <a:latin typeface="Arial"/>
              </a:endParaRPr>
            </a:p>
            <a:p>
              <a:pPr>
                <a:lnSpc>
                  <a:spcPct val="100000"/>
                </a:lnSpc>
                <a:buNone/>
              </a:pPr>
              <a:r>
                <a:rPr b="0" lang="en-US" sz="1160" spc="-1" strike="noStrike">
                  <a:solidFill>
                    <a:srgbClr val="000000"/>
                  </a:solidFill>
                  <a:latin typeface="Calibri"/>
                  <a:ea typeface="DejaVu Sans"/>
                </a:rPr>
                <a:t>CCheckBox* CreateCheckBox()=0</a:t>
              </a:r>
              <a:endParaRPr b="0" lang="ru-RU" sz="1160" spc="-1" strike="noStrike">
                <a:latin typeface="Arial"/>
              </a:endParaRPr>
            </a:p>
            <a:p>
              <a:pPr>
                <a:lnSpc>
                  <a:spcPct val="100000"/>
                </a:lnSpc>
                <a:buNone/>
              </a:pPr>
              <a:r>
                <a:rPr b="0" lang="en-US" sz="1160" spc="-1" strike="noStrike">
                  <a:solidFill>
                    <a:srgbClr val="000000"/>
                  </a:solidFill>
                  <a:latin typeface="Calibri"/>
                  <a:ea typeface="DejaVu Sans"/>
                </a:rPr>
                <a:t>CRadioButton* CreateRadioButton()=0</a:t>
              </a:r>
              <a:endParaRPr b="0" lang="ru-RU" sz="1160" spc="-1" strike="noStrike">
                <a:latin typeface="Arial"/>
              </a:endParaRPr>
            </a:p>
          </p:txBody>
        </p:sp>
      </p:grpSp>
      <p:grpSp>
        <p:nvGrpSpPr>
          <p:cNvPr id="439" name="Group 5"/>
          <p:cNvGrpSpPr/>
          <p:nvPr/>
        </p:nvGrpSpPr>
        <p:grpSpPr>
          <a:xfrm>
            <a:off x="2411280" y="2835000"/>
            <a:ext cx="2539080" cy="885240"/>
            <a:chOff x="2411280" y="2835000"/>
            <a:chExt cx="2539080" cy="885240"/>
          </a:xfrm>
        </p:grpSpPr>
        <p:sp>
          <p:nvSpPr>
            <p:cNvPr id="440" name="CustomShape 21"/>
            <p:cNvSpPr/>
            <p:nvPr/>
          </p:nvSpPr>
          <p:spPr>
            <a:xfrm>
              <a:off x="2411280" y="2835000"/>
              <a:ext cx="2539080" cy="294480"/>
            </a:xfrm>
            <a:prstGeom prst="rect">
              <a:avLst/>
            </a:prstGeom>
            <a:gradFill rotWithShape="0">
              <a:gsLst>
                <a:gs pos="0">
                  <a:srgbClr val="bfd4fe"/>
                </a:gs>
                <a:gs pos="100000">
                  <a:srgbClr val="e5efff"/>
                </a:gs>
              </a:gsLst>
              <a:lin ang="16200000"/>
            </a:gradFill>
            <a:ln>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CWindowsUIFactory</a:t>
              </a:r>
              <a:endParaRPr b="0" lang="ru-RU" sz="1160" spc="-1" strike="noStrike">
                <a:latin typeface="Arial"/>
              </a:endParaRPr>
            </a:p>
          </p:txBody>
        </p:sp>
        <p:sp>
          <p:nvSpPr>
            <p:cNvPr id="441" name="CustomShape 22"/>
            <p:cNvSpPr/>
            <p:nvPr/>
          </p:nvSpPr>
          <p:spPr>
            <a:xfrm>
              <a:off x="2411280" y="3130200"/>
              <a:ext cx="2539080" cy="590040"/>
            </a:xfrm>
            <a:prstGeom prst="rect">
              <a:avLst/>
            </a:prstGeom>
            <a:gradFill rotWithShape="0">
              <a:gsLst>
                <a:gs pos="0">
                  <a:srgbClr val="bfd4fe"/>
                </a:gs>
                <a:gs pos="100000">
                  <a:srgbClr val="e5efff"/>
                </a:gs>
              </a:gsLst>
              <a:lin ang="16200000"/>
            </a:gradFill>
            <a:ln>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t">
              <a:noAutofit/>
            </a:bodyPr>
            <a:p>
              <a:pPr>
                <a:lnSpc>
                  <a:spcPct val="100000"/>
                </a:lnSpc>
                <a:buNone/>
              </a:pPr>
              <a:r>
                <a:rPr b="0" lang="en-US" sz="1160" spc="-1" strike="noStrike">
                  <a:solidFill>
                    <a:srgbClr val="000000"/>
                  </a:solidFill>
                  <a:latin typeface="Calibri"/>
                  <a:ea typeface="DejaVu Sans"/>
                </a:rPr>
                <a:t>CButton* CreateButton()</a:t>
              </a:r>
              <a:endParaRPr b="0" lang="ru-RU" sz="1160" spc="-1" strike="noStrike">
                <a:latin typeface="Arial"/>
              </a:endParaRPr>
            </a:p>
            <a:p>
              <a:pPr>
                <a:lnSpc>
                  <a:spcPct val="100000"/>
                </a:lnSpc>
                <a:buNone/>
              </a:pPr>
              <a:r>
                <a:rPr b="0" lang="en-US" sz="1160" spc="-1" strike="noStrike">
                  <a:solidFill>
                    <a:srgbClr val="000000"/>
                  </a:solidFill>
                  <a:latin typeface="Calibri"/>
                  <a:ea typeface="DejaVu Sans"/>
                </a:rPr>
                <a:t>CCheckBox* CreateCheckBox()</a:t>
              </a:r>
              <a:endParaRPr b="0" lang="ru-RU" sz="1160" spc="-1" strike="noStrike">
                <a:latin typeface="Arial"/>
              </a:endParaRPr>
            </a:p>
            <a:p>
              <a:pPr>
                <a:lnSpc>
                  <a:spcPct val="100000"/>
                </a:lnSpc>
                <a:buNone/>
              </a:pPr>
              <a:r>
                <a:rPr b="0" lang="en-US" sz="1160" spc="-1" strike="noStrike">
                  <a:solidFill>
                    <a:srgbClr val="000000"/>
                  </a:solidFill>
                  <a:latin typeface="Calibri"/>
                  <a:ea typeface="DejaVu Sans"/>
                </a:rPr>
                <a:t>CRadioButton* CreateRadioButton()</a:t>
              </a:r>
              <a:endParaRPr b="0" lang="ru-RU" sz="1160" spc="-1" strike="noStrike">
                <a:latin typeface="Arial"/>
              </a:endParaRPr>
            </a:p>
          </p:txBody>
        </p:sp>
      </p:grpSp>
      <p:grpSp>
        <p:nvGrpSpPr>
          <p:cNvPr id="442" name="Group 6"/>
          <p:cNvGrpSpPr/>
          <p:nvPr/>
        </p:nvGrpSpPr>
        <p:grpSpPr>
          <a:xfrm>
            <a:off x="5128200" y="2835000"/>
            <a:ext cx="2539080" cy="885240"/>
            <a:chOff x="5128200" y="2835000"/>
            <a:chExt cx="2539080" cy="885240"/>
          </a:xfrm>
        </p:grpSpPr>
        <p:sp>
          <p:nvSpPr>
            <p:cNvPr id="443" name="CustomShape 23"/>
            <p:cNvSpPr/>
            <p:nvPr/>
          </p:nvSpPr>
          <p:spPr>
            <a:xfrm>
              <a:off x="5128200" y="2835000"/>
              <a:ext cx="2539080" cy="294480"/>
            </a:xfrm>
            <a:prstGeom prst="rect">
              <a:avLst/>
            </a:prstGeom>
            <a:gradFill rotWithShape="0">
              <a:gsLst>
                <a:gs pos="0">
                  <a:srgbClr val="bfd4fe"/>
                </a:gs>
                <a:gs pos="100000">
                  <a:srgbClr val="e5efff"/>
                </a:gs>
              </a:gsLst>
              <a:lin ang="16200000"/>
            </a:gradFill>
            <a:ln>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CMacOSXUIFactory</a:t>
              </a:r>
              <a:endParaRPr b="0" lang="ru-RU" sz="1160" spc="-1" strike="noStrike">
                <a:latin typeface="Arial"/>
              </a:endParaRPr>
            </a:p>
          </p:txBody>
        </p:sp>
        <p:sp>
          <p:nvSpPr>
            <p:cNvPr id="444" name="CustomShape 24"/>
            <p:cNvSpPr/>
            <p:nvPr/>
          </p:nvSpPr>
          <p:spPr>
            <a:xfrm>
              <a:off x="5128200" y="3130200"/>
              <a:ext cx="2539080" cy="590040"/>
            </a:xfrm>
            <a:prstGeom prst="rect">
              <a:avLst/>
            </a:prstGeom>
            <a:gradFill rotWithShape="0">
              <a:gsLst>
                <a:gs pos="0">
                  <a:srgbClr val="bfd4fe"/>
                </a:gs>
                <a:gs pos="100000">
                  <a:srgbClr val="e5efff"/>
                </a:gs>
              </a:gsLst>
              <a:lin ang="16200000"/>
            </a:gradFill>
            <a:ln>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t">
              <a:noAutofit/>
            </a:bodyPr>
            <a:p>
              <a:pPr>
                <a:lnSpc>
                  <a:spcPct val="100000"/>
                </a:lnSpc>
                <a:buNone/>
              </a:pPr>
              <a:r>
                <a:rPr b="0" lang="en-US" sz="1160" spc="-1" strike="noStrike">
                  <a:solidFill>
                    <a:srgbClr val="000000"/>
                  </a:solidFill>
                  <a:latin typeface="Calibri"/>
                  <a:ea typeface="DejaVu Sans"/>
                </a:rPr>
                <a:t>CButton* CreateButton()</a:t>
              </a:r>
              <a:endParaRPr b="0" lang="ru-RU" sz="1160" spc="-1" strike="noStrike">
                <a:latin typeface="Arial"/>
              </a:endParaRPr>
            </a:p>
            <a:p>
              <a:pPr>
                <a:lnSpc>
                  <a:spcPct val="100000"/>
                </a:lnSpc>
                <a:buNone/>
              </a:pPr>
              <a:r>
                <a:rPr b="0" lang="en-US" sz="1160" spc="-1" strike="noStrike">
                  <a:solidFill>
                    <a:srgbClr val="000000"/>
                  </a:solidFill>
                  <a:latin typeface="Calibri"/>
                  <a:ea typeface="DejaVu Sans"/>
                </a:rPr>
                <a:t>CCheckBox* CreateCheckBox()</a:t>
              </a:r>
              <a:endParaRPr b="0" lang="ru-RU" sz="1160" spc="-1" strike="noStrike">
                <a:latin typeface="Arial"/>
              </a:endParaRPr>
            </a:p>
            <a:p>
              <a:pPr>
                <a:lnSpc>
                  <a:spcPct val="100000"/>
                </a:lnSpc>
                <a:buNone/>
              </a:pPr>
              <a:r>
                <a:rPr b="0" lang="en-US" sz="1160" spc="-1" strike="noStrike">
                  <a:solidFill>
                    <a:srgbClr val="000000"/>
                  </a:solidFill>
                  <a:latin typeface="Calibri"/>
                  <a:ea typeface="DejaVu Sans"/>
                </a:rPr>
                <a:t>CRadioButton* CreateRadioButton()</a:t>
              </a:r>
              <a:endParaRPr b="0" lang="ru-RU" sz="1160" spc="-1" strike="noStrike">
                <a:latin typeface="Arial"/>
              </a:endParaRPr>
            </a:p>
          </p:txBody>
        </p:sp>
      </p:grpSp>
      <p:sp>
        <p:nvSpPr>
          <p:cNvPr id="445" name="CustomShape 25"/>
          <p:cNvSpPr/>
          <p:nvPr/>
        </p:nvSpPr>
        <p:spPr>
          <a:xfrm rot="5400000">
            <a:off x="4198680" y="1963440"/>
            <a:ext cx="353880" cy="1387440"/>
          </a:xfrm>
          <a:prstGeom prst="bentConnector3">
            <a:avLst>
              <a:gd name="adj1" fmla="val 50000"/>
            </a:avLst>
          </a:prstGeom>
          <a:gradFill rotWithShape="0">
            <a:gsLst>
              <a:gs pos="0">
                <a:srgbClr val="bfd4fe"/>
              </a:gs>
              <a:gs pos="100000">
                <a:srgbClr val="e5efff"/>
              </a:gs>
            </a:gsLst>
            <a:lin ang="0"/>
          </a:gradFill>
          <a:ln>
            <a:solidFill>
              <a:srgbClr val="4a7ebb"/>
            </a:solidFill>
            <a:round/>
            <a:tailEnd len="med" type="arrow" w="me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sp>
      <p:sp>
        <p:nvSpPr>
          <p:cNvPr id="446" name="CustomShape 26"/>
          <p:cNvSpPr/>
          <p:nvPr/>
        </p:nvSpPr>
        <p:spPr>
          <a:xfrm flipH="1" rot="16200000">
            <a:off x="5557320" y="1992960"/>
            <a:ext cx="353880" cy="1328400"/>
          </a:xfrm>
          <a:prstGeom prst="bentConnector3">
            <a:avLst>
              <a:gd name="adj1" fmla="val 50000"/>
            </a:avLst>
          </a:prstGeom>
          <a:gradFill rotWithShape="0">
            <a:gsLst>
              <a:gs pos="0">
                <a:srgbClr val="bfd4fe"/>
              </a:gs>
              <a:gs pos="100000">
                <a:srgbClr val="e5efff"/>
              </a:gs>
            </a:gsLst>
            <a:lin ang="0"/>
          </a:gradFill>
          <a:ln>
            <a:solidFill>
              <a:srgbClr val="4a7ebb"/>
            </a:solidFill>
            <a:round/>
            <a:tailEnd len="med" type="arrow" w="me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sp>
      <p:sp>
        <p:nvSpPr>
          <p:cNvPr id="447" name="CustomShape 27"/>
          <p:cNvSpPr/>
          <p:nvPr/>
        </p:nvSpPr>
        <p:spPr>
          <a:xfrm rot="5400000">
            <a:off x="4512600" y="4777560"/>
            <a:ext cx="235800" cy="839160"/>
          </a:xfrm>
          <a:prstGeom prst="bentConnector3">
            <a:avLst>
              <a:gd name="adj1" fmla="val 50000"/>
            </a:avLst>
          </a:prstGeom>
          <a:gradFill rotWithShape="0">
            <a:gsLst>
              <a:gs pos="0">
                <a:srgbClr val="bfd4fe"/>
              </a:gs>
              <a:gs pos="100000">
                <a:srgbClr val="e5efff"/>
              </a:gs>
            </a:gsLst>
            <a:lin ang="0"/>
          </a:gradFill>
          <a:ln>
            <a:solidFill>
              <a:srgbClr val="4a7ebb"/>
            </a:solidFill>
            <a:round/>
            <a:tailEnd len="med" type="arrow" w="me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sp>
      <p:sp>
        <p:nvSpPr>
          <p:cNvPr id="448" name="CustomShape 48"/>
          <p:cNvSpPr/>
          <p:nvPr/>
        </p:nvSpPr>
        <p:spPr>
          <a:xfrm>
            <a:off x="4419720" y="4783680"/>
            <a:ext cx="1260720" cy="294480"/>
          </a:xfrm>
          <a:prstGeom prst="rect">
            <a:avLst/>
          </a:prstGeom>
          <a:gradFill rotWithShape="0">
            <a:gsLst>
              <a:gs pos="0">
                <a:srgbClr val="bfd4fe"/>
              </a:gs>
              <a:gs pos="100000">
                <a:srgbClr val="e5efff"/>
              </a:gs>
            </a:gsLst>
            <a:lin ang="16200000"/>
          </a:gradFill>
          <a:ln>
            <a:solidFill>
              <a:srgbClr val="4a7ebb"/>
            </a:solidFill>
            <a:prstDash val="dash"/>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CCheckBox</a:t>
            </a:r>
            <a:endParaRPr b="0" lang="ru-RU" sz="1160" spc="-1" strike="noStrike">
              <a:latin typeface="Arial"/>
            </a:endParaRPr>
          </a:p>
        </p:txBody>
      </p:sp>
      <p:sp>
        <p:nvSpPr>
          <p:cNvPr id="449" name="CustomShape 49"/>
          <p:cNvSpPr/>
          <p:nvPr/>
        </p:nvSpPr>
        <p:spPr>
          <a:xfrm>
            <a:off x="3415680" y="5315400"/>
            <a:ext cx="1590120" cy="294480"/>
          </a:xfrm>
          <a:prstGeom prst="rect">
            <a:avLst/>
          </a:prstGeom>
          <a:gradFill rotWithShape="0">
            <a:gsLst>
              <a:gs pos="0">
                <a:srgbClr val="bfd4fe"/>
              </a:gs>
              <a:gs pos="100000">
                <a:srgbClr val="e5efff"/>
              </a:gs>
            </a:gsLst>
            <a:lin ang="16200000"/>
          </a:gradFill>
          <a:ln>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CWindowsCheckBox</a:t>
            </a:r>
            <a:endParaRPr b="0" lang="ru-RU" sz="1160" spc="-1" strike="noStrike">
              <a:latin typeface="Arial"/>
            </a:endParaRPr>
          </a:p>
        </p:txBody>
      </p:sp>
      <p:sp>
        <p:nvSpPr>
          <p:cNvPr id="450" name="CustomShape 50"/>
          <p:cNvSpPr/>
          <p:nvPr/>
        </p:nvSpPr>
        <p:spPr>
          <a:xfrm>
            <a:off x="5128200" y="5315400"/>
            <a:ext cx="1535040" cy="294480"/>
          </a:xfrm>
          <a:prstGeom prst="rect">
            <a:avLst/>
          </a:prstGeom>
          <a:gradFill rotWithShape="0">
            <a:gsLst>
              <a:gs pos="0">
                <a:srgbClr val="bfd4fe"/>
              </a:gs>
              <a:gs pos="100000">
                <a:srgbClr val="e5efff"/>
              </a:gs>
            </a:gsLst>
            <a:lin ang="16200000"/>
          </a:gradFill>
          <a:ln>
            <a:solidFill>
              <a:srgbClr val="4a7ebb"/>
            </a:solidFill>
            <a:roun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txBody>
          <a:bodyPr lIns="74520" rIns="74520" tIns="37080" bIns="37080" anchor="ctr">
            <a:noAutofit/>
          </a:bodyPr>
          <a:p>
            <a:pPr algn="ctr">
              <a:lnSpc>
                <a:spcPct val="100000"/>
              </a:lnSpc>
              <a:buNone/>
            </a:pPr>
            <a:r>
              <a:rPr b="1" lang="en-US" sz="1160" spc="-1" strike="noStrike">
                <a:solidFill>
                  <a:srgbClr val="000000"/>
                </a:solidFill>
                <a:latin typeface="Calibri"/>
                <a:ea typeface="DejaVu Sans"/>
              </a:rPr>
              <a:t>CMacOSXCheckBox</a:t>
            </a:r>
            <a:endParaRPr b="0" lang="ru-RU" sz="1160" spc="-1" strike="noStrike">
              <a:latin typeface="Arial"/>
            </a:endParaRPr>
          </a:p>
        </p:txBody>
      </p:sp>
      <p:sp>
        <p:nvSpPr>
          <p:cNvPr id="451" name="CustomShape 51"/>
          <p:cNvSpPr/>
          <p:nvPr/>
        </p:nvSpPr>
        <p:spPr>
          <a:xfrm flipH="1" rot="16200000">
            <a:off x="5355000" y="4774320"/>
            <a:ext cx="235800" cy="845280"/>
          </a:xfrm>
          <a:prstGeom prst="bentConnector3">
            <a:avLst>
              <a:gd name="adj1" fmla="val 50000"/>
            </a:avLst>
          </a:prstGeom>
          <a:gradFill rotWithShape="0">
            <a:gsLst>
              <a:gs pos="0">
                <a:srgbClr val="bfd4fe"/>
              </a:gs>
              <a:gs pos="100000">
                <a:srgbClr val="e5efff"/>
              </a:gs>
            </a:gsLst>
            <a:lin ang="0"/>
          </a:gradFill>
          <a:ln>
            <a:solidFill>
              <a:srgbClr val="4a7ebb"/>
            </a:solidFill>
            <a:round/>
            <a:tailEnd len="med" type="arrow" w="med"/>
          </a:ln>
          <a:effectLst>
            <a:outerShdw blurRad="39960" dir="5400000" dist="20160" rotWithShape="0">
              <a:srgbClr val="000000">
                <a:alpha val="38000"/>
              </a:srgbClr>
            </a:outerShdw>
          </a:effectLst>
        </p:spPr>
        <p:style>
          <a:lnRef idx="1">
            <a:schemeClr val="accent1"/>
          </a:lnRef>
          <a:fillRef idx="2">
            <a:schemeClr val="accent1"/>
          </a:fillRef>
          <a:effectRef idx="1">
            <a:schemeClr val="accent1"/>
          </a:effectRef>
          <a:fontRef idx="minor"/>
        </p:style>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2" name="TextShape 16"/>
          <p:cNvSpPr/>
          <p:nvPr/>
        </p:nvSpPr>
        <p:spPr>
          <a:xfrm>
            <a:off x="1637640" y="226800"/>
            <a:ext cx="6803640" cy="944280"/>
          </a:xfrm>
          <a:prstGeom prst="rect">
            <a:avLst/>
          </a:prstGeom>
          <a:noFill/>
          <a:ln w="0">
            <a:noFill/>
          </a:ln>
        </p:spPr>
        <p:style>
          <a:lnRef idx="0"/>
          <a:fillRef idx="0"/>
          <a:effectRef idx="0"/>
          <a:fontRef idx="minor"/>
        </p:style>
        <p:txBody>
          <a:bodyPr lIns="90000" rIns="90000" tIns="45000" bIns="45000" anchor="ctr">
            <a:normAutofit fontScale="76000"/>
          </a:bodyPr>
          <a:p>
            <a:pPr algn="ctr">
              <a:lnSpc>
                <a:spcPct val="100000"/>
              </a:lnSpc>
              <a:buNone/>
            </a:pPr>
            <a:r>
              <a:rPr b="0" lang="ru-RU" sz="3640" spc="-1" strike="noStrike">
                <a:solidFill>
                  <a:srgbClr val="000000"/>
                </a:solidFill>
                <a:latin typeface="Calibri"/>
                <a:ea typeface="DejaVu Sans"/>
              </a:rPr>
              <a:t>Преимущества использования паттерна «Абстрактная фабрика»</a:t>
            </a:r>
            <a:endParaRPr b="0" lang="ru-RU" sz="3640" spc="-1" strike="noStrike">
              <a:latin typeface="Arial"/>
            </a:endParaRPr>
          </a:p>
        </p:txBody>
      </p:sp>
      <p:sp>
        <p:nvSpPr>
          <p:cNvPr id="453" name="TextShape 19"/>
          <p:cNvSpPr/>
          <p:nvPr/>
        </p:nvSpPr>
        <p:spPr>
          <a:xfrm>
            <a:off x="1637640" y="1322640"/>
            <a:ext cx="6803640" cy="3741120"/>
          </a:xfrm>
          <a:prstGeom prst="rect">
            <a:avLst/>
          </a:prstGeom>
          <a:noFill/>
          <a:ln w="0">
            <a:noFill/>
          </a:ln>
        </p:spPr>
        <p:style>
          <a:lnRef idx="0"/>
          <a:fillRef idx="0"/>
          <a:effectRef idx="0"/>
          <a:fontRef idx="minor"/>
        </p:style>
        <p:txBody>
          <a:bodyPr lIns="90000" rIns="90000" tIns="45000" bIns="45000" anchor="t">
            <a:normAutofit fontScale="64000"/>
          </a:bodyPr>
          <a:p>
            <a:pPr marL="283680" indent="-283320">
              <a:lnSpc>
                <a:spcPct val="100000"/>
              </a:lnSpc>
              <a:spcBef>
                <a:spcPts val="530"/>
              </a:spcBef>
              <a:buClr>
                <a:srgbClr val="000000"/>
              </a:buClr>
              <a:buFont typeface="Arial"/>
              <a:buChar char="•"/>
            </a:pPr>
            <a:r>
              <a:rPr b="0" lang="ru-RU" sz="2640" spc="-1" strike="noStrike">
                <a:solidFill>
                  <a:srgbClr val="000000"/>
                </a:solidFill>
                <a:latin typeface="Calibri"/>
                <a:ea typeface="DejaVu Sans"/>
              </a:rPr>
              <a:t>Изоляция конкретных классов продуктов</a:t>
            </a:r>
            <a:endParaRPr b="0" lang="ru-RU" sz="2640" spc="-1" strike="noStrike">
              <a:latin typeface="Arial"/>
            </a:endParaRPr>
          </a:p>
          <a:p>
            <a:pPr lvl="1" marL="614520" indent="-236160">
              <a:lnSpc>
                <a:spcPct val="100000"/>
              </a:lnSpc>
              <a:spcBef>
                <a:spcPts val="465"/>
              </a:spcBef>
              <a:buClr>
                <a:srgbClr val="000000"/>
              </a:buClr>
              <a:buFont typeface="Arial"/>
              <a:buChar char="–"/>
            </a:pPr>
            <a:r>
              <a:rPr b="0" lang="ru-RU" sz="2320" spc="-1" strike="noStrike">
                <a:solidFill>
                  <a:srgbClr val="000000"/>
                </a:solidFill>
                <a:latin typeface="Calibri"/>
                <a:ea typeface="DejaVu Sans"/>
              </a:rPr>
              <a:t>Фабрика изолирует клиента от деталей реализации классов продуктов</a:t>
            </a:r>
            <a:endParaRPr b="0" lang="ru-RU" sz="2320" spc="-1" strike="noStrike">
              <a:latin typeface="Arial"/>
            </a:endParaRPr>
          </a:p>
          <a:p>
            <a:pPr lvl="2" marL="945000" indent="-188640">
              <a:lnSpc>
                <a:spcPct val="100000"/>
              </a:lnSpc>
              <a:spcBef>
                <a:spcPts val="397"/>
              </a:spcBef>
              <a:buClr>
                <a:srgbClr val="000000"/>
              </a:buClr>
              <a:buFont typeface="Arial"/>
              <a:buChar char="•"/>
            </a:pPr>
            <a:r>
              <a:rPr b="0" lang="ru-RU" sz="1979" spc="-1" strike="noStrike">
                <a:solidFill>
                  <a:srgbClr val="000000"/>
                </a:solidFill>
                <a:latin typeface="Calibri"/>
                <a:ea typeface="DejaVu Sans"/>
              </a:rPr>
              <a:t>Имена изготавливаемых классов известны только конкретной фабрике, в коде клиента они не упоминаются</a:t>
            </a:r>
            <a:endParaRPr b="0" lang="ru-RU" sz="1979" spc="-1" strike="noStrike">
              <a:latin typeface="Arial"/>
            </a:endParaRPr>
          </a:p>
          <a:p>
            <a:pPr lvl="2" marL="945000" indent="-188640">
              <a:lnSpc>
                <a:spcPct val="100000"/>
              </a:lnSpc>
              <a:spcBef>
                <a:spcPts val="397"/>
              </a:spcBef>
              <a:buClr>
                <a:srgbClr val="000000"/>
              </a:buClr>
              <a:buFont typeface="Arial"/>
              <a:buChar char="•"/>
            </a:pPr>
            <a:r>
              <a:rPr b="0" lang="ru-RU" sz="1979" spc="-1" strike="noStrike">
                <a:solidFill>
                  <a:srgbClr val="000000"/>
                </a:solidFill>
                <a:latin typeface="Calibri"/>
                <a:ea typeface="DejaVu Sans"/>
              </a:rPr>
              <a:t>Клиенты манипулируют экземплярами продуктов только через их абстрактные интерфейсы</a:t>
            </a:r>
            <a:endParaRPr b="0" lang="ru-RU" sz="1979" spc="-1" strike="noStrike">
              <a:latin typeface="Arial"/>
            </a:endParaRPr>
          </a:p>
          <a:p>
            <a:pPr marL="283680" indent="-283320">
              <a:lnSpc>
                <a:spcPct val="100000"/>
              </a:lnSpc>
              <a:spcBef>
                <a:spcPts val="530"/>
              </a:spcBef>
              <a:buClr>
                <a:srgbClr val="000000"/>
              </a:buClr>
              <a:buFont typeface="Arial"/>
              <a:buChar char="•"/>
            </a:pPr>
            <a:r>
              <a:rPr b="0" lang="ru-RU" sz="2640" spc="-1" strike="noStrike">
                <a:solidFill>
                  <a:srgbClr val="000000"/>
                </a:solidFill>
                <a:latin typeface="Calibri"/>
                <a:ea typeface="DejaVu Sans"/>
              </a:rPr>
              <a:t>Упрощение замены семейств продуктов</a:t>
            </a:r>
            <a:endParaRPr b="0" lang="ru-RU" sz="2640" spc="-1" strike="noStrike">
              <a:latin typeface="Arial"/>
            </a:endParaRPr>
          </a:p>
          <a:p>
            <a:pPr lvl="1" marL="614520" indent="-236160">
              <a:lnSpc>
                <a:spcPct val="100000"/>
              </a:lnSpc>
              <a:spcBef>
                <a:spcPts val="465"/>
              </a:spcBef>
              <a:buClr>
                <a:srgbClr val="000000"/>
              </a:buClr>
              <a:buFont typeface="Arial"/>
              <a:buChar char="–"/>
            </a:pPr>
            <a:r>
              <a:rPr b="0" lang="ru-RU" sz="2320" spc="-1" strike="noStrike">
                <a:solidFill>
                  <a:srgbClr val="000000"/>
                </a:solidFill>
                <a:latin typeface="Calibri"/>
                <a:ea typeface="DejaVu Sans"/>
              </a:rPr>
              <a:t>Приложение может изменить семейство продуктов просто подставив новую конкретную фабрику</a:t>
            </a:r>
            <a:endParaRPr b="0" lang="ru-RU" sz="2320" spc="-1" strike="noStrike">
              <a:latin typeface="Arial"/>
            </a:endParaRPr>
          </a:p>
          <a:p>
            <a:pPr marL="283680" indent="-283320">
              <a:lnSpc>
                <a:spcPct val="100000"/>
              </a:lnSpc>
              <a:spcBef>
                <a:spcPts val="530"/>
              </a:spcBef>
              <a:buClr>
                <a:srgbClr val="000000"/>
              </a:buClr>
              <a:buFont typeface="Arial"/>
              <a:buChar char="•"/>
            </a:pPr>
            <a:r>
              <a:rPr b="0" lang="ru-RU" sz="2640" spc="-1" strike="noStrike">
                <a:solidFill>
                  <a:srgbClr val="000000"/>
                </a:solidFill>
                <a:latin typeface="Calibri"/>
                <a:ea typeface="DejaVu Sans"/>
              </a:rPr>
              <a:t>Гарантия сочетаемости продуктов</a:t>
            </a:r>
            <a:endParaRPr b="0" lang="ru-RU" sz="2640" spc="-1" strike="noStrike">
              <a:latin typeface="Arial"/>
            </a:endParaRPr>
          </a:p>
          <a:p>
            <a:pPr lvl="1" marL="614520" indent="-236160">
              <a:lnSpc>
                <a:spcPct val="100000"/>
              </a:lnSpc>
              <a:spcBef>
                <a:spcPts val="465"/>
              </a:spcBef>
              <a:buClr>
                <a:srgbClr val="000000"/>
              </a:buClr>
              <a:buFont typeface="Arial"/>
              <a:buChar char="–"/>
            </a:pPr>
            <a:r>
              <a:rPr b="0" lang="ru-RU" sz="2320" spc="-1" strike="noStrike">
                <a:solidFill>
                  <a:srgbClr val="000000"/>
                </a:solidFill>
                <a:latin typeface="Calibri"/>
                <a:ea typeface="DejaVu Sans"/>
              </a:rPr>
              <a:t>Если продукты спроектированы для совместного использования, важно чтобы в каждый момент времени приложение работало с продуктами единственного семейста</a:t>
            </a:r>
            <a:endParaRPr b="0" lang="ru-RU" sz="2320" spc="-1" strike="noStrike">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4" name="TextShape 20"/>
          <p:cNvSpPr/>
          <p:nvPr/>
        </p:nvSpPr>
        <p:spPr>
          <a:xfrm>
            <a:off x="1637640" y="226800"/>
            <a:ext cx="6803640" cy="944280"/>
          </a:xfrm>
          <a:prstGeom prst="rect">
            <a:avLst/>
          </a:prstGeom>
          <a:noFill/>
          <a:ln w="0">
            <a:noFill/>
          </a:ln>
        </p:spPr>
        <p:style>
          <a:lnRef idx="0"/>
          <a:fillRef idx="0"/>
          <a:effectRef idx="0"/>
          <a:fontRef idx="minor"/>
        </p:style>
        <p:txBody>
          <a:bodyPr lIns="90000" rIns="90000" tIns="45000" bIns="45000" anchor="ctr">
            <a:normAutofit fontScale="77000"/>
          </a:bodyPr>
          <a:p>
            <a:pPr algn="ctr">
              <a:lnSpc>
                <a:spcPct val="100000"/>
              </a:lnSpc>
              <a:buNone/>
            </a:pPr>
            <a:r>
              <a:rPr b="0" lang="ru-RU" sz="3640" spc="-1" strike="noStrike">
                <a:solidFill>
                  <a:srgbClr val="000000"/>
                </a:solidFill>
                <a:latin typeface="Calibri"/>
                <a:ea typeface="DejaVu Sans"/>
              </a:rPr>
              <a:t>Недостатки паттерна «Абстрактная фабрика»</a:t>
            </a:r>
            <a:endParaRPr b="0" lang="ru-RU" sz="3640" spc="-1" strike="noStrike">
              <a:latin typeface="Arial"/>
            </a:endParaRPr>
          </a:p>
        </p:txBody>
      </p:sp>
      <p:sp>
        <p:nvSpPr>
          <p:cNvPr id="455" name="TextShape 22"/>
          <p:cNvSpPr/>
          <p:nvPr/>
        </p:nvSpPr>
        <p:spPr>
          <a:xfrm>
            <a:off x="1637640" y="1322640"/>
            <a:ext cx="6803640" cy="3741120"/>
          </a:xfrm>
          <a:prstGeom prst="rect">
            <a:avLst/>
          </a:prstGeom>
          <a:noFill/>
          <a:ln w="0">
            <a:noFill/>
          </a:ln>
        </p:spPr>
        <p:style>
          <a:lnRef idx="0"/>
          <a:fillRef idx="0"/>
          <a:effectRef idx="0"/>
          <a:fontRef idx="minor"/>
        </p:style>
        <p:txBody>
          <a:bodyPr lIns="90000" rIns="90000" tIns="45000" bIns="45000" anchor="t">
            <a:normAutofit fontScale="72000"/>
          </a:bodyPr>
          <a:p>
            <a:pPr marL="283680" indent="-283320">
              <a:lnSpc>
                <a:spcPct val="100000"/>
              </a:lnSpc>
              <a:spcBef>
                <a:spcPts val="530"/>
              </a:spcBef>
              <a:buClr>
                <a:srgbClr val="000000"/>
              </a:buClr>
              <a:buFont typeface="Arial"/>
              <a:buChar char="•"/>
            </a:pPr>
            <a:r>
              <a:rPr b="0" lang="ru-RU" sz="2640" spc="-1" strike="noStrike">
                <a:solidFill>
                  <a:srgbClr val="000000"/>
                </a:solidFill>
                <a:latin typeface="Calibri"/>
                <a:ea typeface="DejaVu Sans"/>
              </a:rPr>
              <a:t>Трудность поддержания новых типов продуктов</a:t>
            </a:r>
            <a:endParaRPr b="0" lang="ru-RU" sz="2640" spc="-1" strike="noStrike">
              <a:latin typeface="Arial"/>
            </a:endParaRPr>
          </a:p>
          <a:p>
            <a:pPr lvl="1" marL="614520" indent="-236160">
              <a:lnSpc>
                <a:spcPct val="100000"/>
              </a:lnSpc>
              <a:spcBef>
                <a:spcPts val="465"/>
              </a:spcBef>
              <a:buClr>
                <a:srgbClr val="000000"/>
              </a:buClr>
              <a:buFont typeface="Arial"/>
              <a:buChar char="–"/>
            </a:pPr>
            <a:r>
              <a:rPr b="0" lang="ru-RU" sz="2320" spc="-1" strike="noStrike">
                <a:solidFill>
                  <a:srgbClr val="000000"/>
                </a:solidFill>
                <a:latin typeface="Calibri"/>
                <a:ea typeface="DejaVu Sans"/>
              </a:rPr>
              <a:t>Интерфейс абстрактной фабрики фиксирует набор продуктов, которые можно создать</a:t>
            </a:r>
            <a:endParaRPr b="0" lang="ru-RU" sz="2320" spc="-1" strike="noStrike">
              <a:latin typeface="Arial"/>
            </a:endParaRPr>
          </a:p>
          <a:p>
            <a:pPr lvl="1" marL="614520" indent="-236160">
              <a:lnSpc>
                <a:spcPct val="100000"/>
              </a:lnSpc>
              <a:spcBef>
                <a:spcPts val="465"/>
              </a:spcBef>
              <a:buClr>
                <a:srgbClr val="000000"/>
              </a:buClr>
              <a:buFont typeface="Arial"/>
              <a:buChar char="–"/>
            </a:pPr>
            <a:r>
              <a:rPr b="0" lang="ru-RU" sz="2320" spc="-1" strike="noStrike">
                <a:solidFill>
                  <a:srgbClr val="000000"/>
                </a:solidFill>
                <a:latin typeface="Calibri"/>
                <a:ea typeface="DejaVu Sans"/>
              </a:rPr>
              <a:t>Для поддержки новых продуктов необходимо расширить интерфейс фабрики, внеся изменения в класс </a:t>
            </a:r>
            <a:r>
              <a:rPr b="0" lang="en-US" sz="2320" spc="-1" strike="noStrike">
                <a:solidFill>
                  <a:srgbClr val="000000"/>
                </a:solidFill>
                <a:latin typeface="Calibri"/>
                <a:ea typeface="DejaVu Sans"/>
              </a:rPr>
              <a:t>AbstractFactory, </a:t>
            </a:r>
            <a:r>
              <a:rPr b="0" lang="ru-RU" sz="2320" spc="-1" strike="noStrike">
                <a:solidFill>
                  <a:srgbClr val="000000"/>
                </a:solidFill>
                <a:latin typeface="Calibri"/>
                <a:ea typeface="DejaVu Sans"/>
              </a:rPr>
              <a:t>а также во все его подклассы</a:t>
            </a:r>
            <a:endParaRPr b="0" lang="ru-RU" sz="2320" spc="-1" strike="noStrike">
              <a:latin typeface="Arial"/>
            </a:endParaRPr>
          </a:p>
          <a:p>
            <a:pPr marL="283680" indent="-283320">
              <a:lnSpc>
                <a:spcPct val="100000"/>
              </a:lnSpc>
              <a:spcBef>
                <a:spcPts val="530"/>
              </a:spcBef>
              <a:buClr>
                <a:srgbClr val="000000"/>
              </a:buClr>
              <a:buFont typeface="Arial"/>
              <a:buChar char="•"/>
            </a:pPr>
            <a:r>
              <a:rPr b="0" lang="ru-RU" sz="2640" spc="-1" strike="noStrike">
                <a:solidFill>
                  <a:srgbClr val="000000"/>
                </a:solidFill>
                <a:latin typeface="Calibri"/>
                <a:ea typeface="DejaVu Sans"/>
              </a:rPr>
              <a:t>Обход этого ограничения – передача идентификатора типа создаваемого продукта в методы фабрики, создающие продукты</a:t>
            </a:r>
            <a:endParaRPr b="0" lang="ru-RU" sz="2640" spc="-1" strike="noStrike">
              <a:latin typeface="Arial"/>
            </a:endParaRPr>
          </a:p>
          <a:p>
            <a:pPr lvl="1" marL="614520" indent="-236160">
              <a:lnSpc>
                <a:spcPct val="100000"/>
              </a:lnSpc>
              <a:spcBef>
                <a:spcPts val="465"/>
              </a:spcBef>
              <a:buClr>
                <a:srgbClr val="000000"/>
              </a:buClr>
              <a:buFont typeface="Arial"/>
              <a:buChar char="–"/>
            </a:pPr>
            <a:r>
              <a:rPr b="0" lang="ru-RU" sz="2320" spc="-1" strike="noStrike">
                <a:solidFill>
                  <a:srgbClr val="000000"/>
                </a:solidFill>
                <a:latin typeface="Calibri"/>
                <a:ea typeface="DejaVu Sans"/>
              </a:rPr>
              <a:t>Ограничение: создаваемые продукты должны поддерживать общий абстрактный интерфейс</a:t>
            </a:r>
            <a:endParaRPr b="0" lang="ru-RU" sz="2320" spc="-1" strike="noStrike">
              <a:latin typeface="Arial"/>
            </a:endParaRPr>
          </a:p>
          <a:p>
            <a:pPr lvl="2" marL="945000" indent="-188640">
              <a:lnSpc>
                <a:spcPct val="100000"/>
              </a:lnSpc>
              <a:spcBef>
                <a:spcPts val="397"/>
              </a:spcBef>
              <a:buClr>
                <a:srgbClr val="000000"/>
              </a:buClr>
              <a:buFont typeface="Arial"/>
              <a:buChar char="•"/>
            </a:pPr>
            <a:r>
              <a:rPr b="0" lang="ru-RU" sz="1979" spc="-1" strike="noStrike">
                <a:solidFill>
                  <a:srgbClr val="000000"/>
                </a:solidFill>
                <a:latin typeface="Calibri"/>
                <a:ea typeface="DejaVu Sans"/>
              </a:rPr>
              <a:t>Клиент не может различать типы продуктов и делать какие-либо предположения о них</a:t>
            </a:r>
            <a:endParaRPr b="0" lang="ru-RU" sz="1979" spc="-1" strike="noStrike">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6" name="Picture 3" descr=""/>
          <p:cNvPicPr/>
          <p:nvPr/>
        </p:nvPicPr>
        <p:blipFill>
          <a:blip r:embed="rId1"/>
          <a:stretch/>
        </p:blipFill>
        <p:spPr>
          <a:xfrm>
            <a:off x="1267200" y="215280"/>
            <a:ext cx="7500960" cy="4579560"/>
          </a:xfrm>
          <a:prstGeom prst="rect">
            <a:avLst/>
          </a:prstGeom>
          <a:ln w="0">
            <a:noFill/>
          </a:ln>
        </p:spPr>
      </p:pic>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7" name="Picture 1" descr=""/>
          <p:cNvPicPr/>
          <p:nvPr/>
        </p:nvPicPr>
        <p:blipFill>
          <a:blip r:embed="rId1"/>
          <a:stretch/>
        </p:blipFill>
        <p:spPr>
          <a:xfrm>
            <a:off x="1502640" y="360720"/>
            <a:ext cx="7072560" cy="4945680"/>
          </a:xfrm>
          <a:prstGeom prst="rect">
            <a:avLst/>
          </a:prstGeom>
          <a:ln w="0">
            <a:noFill/>
          </a:ln>
        </p:spPr>
      </p:pic>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458" name="Picture 4" descr=""/>
          <p:cNvPicPr/>
          <p:nvPr/>
        </p:nvPicPr>
        <p:blipFill>
          <a:blip r:embed="rId1"/>
          <a:stretch/>
        </p:blipFill>
        <p:spPr>
          <a:xfrm>
            <a:off x="1636560" y="566640"/>
            <a:ext cx="6804720" cy="4534920"/>
          </a:xfrm>
          <a:prstGeom prst="rect">
            <a:avLst/>
          </a:prstGeom>
          <a:ln w="0">
            <a:noFill/>
          </a:ln>
        </p:spPr>
      </p:pic>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59" name="TextShape 23"/>
          <p:cNvSpPr/>
          <p:nvPr/>
        </p:nvSpPr>
        <p:spPr>
          <a:xfrm>
            <a:off x="6677640" y="5255280"/>
            <a:ext cx="1763640" cy="301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buNone/>
            </a:pPr>
            <a:fld id="{152AE359-F4AB-4A29-A9CD-14DA51CE7B51}" type="slidenum">
              <a:rPr b="0" lang="ru-RU" sz="989" spc="-1" strike="noStrike">
                <a:solidFill>
                  <a:srgbClr val="8b8b8b"/>
                </a:solidFill>
                <a:latin typeface="Calibri"/>
                <a:ea typeface="DejaVu Sans"/>
              </a:rPr>
              <a:t>&lt;номер&gt;</a:t>
            </a:fld>
            <a:endParaRPr b="0" lang="ru-RU" sz="989" spc="-1" strike="noStrike">
              <a:latin typeface="Arial"/>
            </a:endParaRPr>
          </a:p>
        </p:txBody>
      </p:sp>
      <p:sp>
        <p:nvSpPr>
          <p:cNvPr id="460" name="TextShape 24"/>
          <p:cNvSpPr/>
          <p:nvPr/>
        </p:nvSpPr>
        <p:spPr>
          <a:xfrm>
            <a:off x="1637640" y="22680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Команда</a:t>
            </a:r>
            <a:endParaRPr b="0" lang="ru-RU" sz="3640" spc="-1" strike="noStrike">
              <a:latin typeface="Arial"/>
            </a:endParaRPr>
          </a:p>
        </p:txBody>
      </p:sp>
      <p:sp>
        <p:nvSpPr>
          <p:cNvPr id="461" name="TextShape 25"/>
          <p:cNvSpPr/>
          <p:nvPr/>
        </p:nvSpPr>
        <p:spPr>
          <a:xfrm>
            <a:off x="1407960" y="1352880"/>
            <a:ext cx="7259040" cy="3803040"/>
          </a:xfrm>
          <a:prstGeom prst="rect">
            <a:avLst/>
          </a:prstGeom>
          <a:noFill/>
          <a:ln w="0">
            <a:noFill/>
          </a:ln>
        </p:spPr>
        <p:style>
          <a:lnRef idx="0"/>
          <a:fillRef idx="0"/>
          <a:effectRef idx="0"/>
          <a:fontRef idx="minor"/>
        </p:style>
        <p:txBody>
          <a:bodyPr lIns="90000" rIns="90000" tIns="45000" bIns="45000" anchor="ctr">
            <a:normAutofit fontScale="83000"/>
          </a:bodyPr>
          <a:p>
            <a:pPr marL="283680" indent="-283320">
              <a:lnSpc>
                <a:spcPct val="85000"/>
              </a:lnSpc>
              <a:spcBef>
                <a:spcPts val="465"/>
              </a:spcBef>
              <a:buClr>
                <a:srgbClr val="4f81bd"/>
              </a:buClr>
              <a:buFont typeface="Arial"/>
              <a:buChar char="•"/>
            </a:pPr>
            <a:r>
              <a:rPr b="0" lang="ru-RU" sz="2320" spc="-1" strike="noStrike">
                <a:solidFill>
                  <a:srgbClr val="4f81bd"/>
                </a:solidFill>
                <a:latin typeface="Calibri"/>
                <a:ea typeface="DejaVu Sans"/>
              </a:rPr>
              <a:t>Название и классификация</a:t>
            </a:r>
            <a:br>
              <a:rPr sz="1490"/>
            </a:br>
            <a:r>
              <a:rPr b="0" lang="ru-RU" sz="1979" spc="-1" strike="noStrike">
                <a:solidFill>
                  <a:srgbClr val="000000"/>
                </a:solidFill>
                <a:latin typeface="Calibri"/>
                <a:ea typeface="DejaVu Sans"/>
              </a:rPr>
              <a:t>Команда, Действие, </a:t>
            </a:r>
            <a:r>
              <a:rPr b="1" lang="ru-RU" sz="1979" spc="-1" strike="noStrike">
                <a:solidFill>
                  <a:srgbClr val="000000"/>
                </a:solidFill>
                <a:latin typeface="Calibri"/>
                <a:ea typeface="DejaVu Sans"/>
              </a:rPr>
              <a:t> </a:t>
            </a:r>
            <a:r>
              <a:rPr b="0" lang="ru-RU" sz="1979" spc="-1" strike="noStrike">
                <a:solidFill>
                  <a:srgbClr val="000000"/>
                </a:solidFill>
                <a:latin typeface="Calibri"/>
                <a:ea typeface="DejaVu Sans"/>
              </a:rPr>
              <a:t>Транзакция, </a:t>
            </a:r>
            <a:r>
              <a:rPr b="1" lang="ru-RU" sz="1979" spc="-1" strike="noStrike">
                <a:solidFill>
                  <a:srgbClr val="000000"/>
                </a:solidFill>
                <a:latin typeface="Calibri"/>
                <a:ea typeface="DejaVu Sans"/>
              </a:rPr>
              <a:t> </a:t>
            </a:r>
            <a:r>
              <a:rPr b="0" lang="en-US" sz="1979" spc="-1" strike="noStrike">
                <a:solidFill>
                  <a:srgbClr val="000000"/>
                </a:solidFill>
                <a:latin typeface="Calibri"/>
                <a:ea typeface="DejaVu Sans"/>
              </a:rPr>
              <a:t>Action, </a:t>
            </a:r>
            <a:r>
              <a:rPr b="1" lang="en-US" sz="1979" spc="-1" strike="noStrike">
                <a:solidFill>
                  <a:srgbClr val="000000"/>
                </a:solidFill>
                <a:latin typeface="Calibri"/>
                <a:ea typeface="DejaVu Sans"/>
              </a:rPr>
              <a:t> </a:t>
            </a:r>
            <a:r>
              <a:rPr b="0" lang="en-US" sz="1979" spc="-1" strike="noStrike">
                <a:solidFill>
                  <a:srgbClr val="000000"/>
                </a:solidFill>
                <a:latin typeface="Calibri"/>
                <a:ea typeface="DejaVu Sans"/>
              </a:rPr>
              <a:t>Command</a:t>
            </a:r>
            <a:r>
              <a:rPr b="0" lang="ru-RU" sz="1979" spc="-1" strike="noStrike">
                <a:solidFill>
                  <a:srgbClr val="000000"/>
                </a:solidFill>
                <a:latin typeface="Calibri"/>
                <a:ea typeface="DejaVu Sans"/>
              </a:rPr>
              <a:t> – паттерн, определяющий поведение объектов</a:t>
            </a:r>
            <a:endParaRPr b="0" lang="ru-RU" sz="1979" spc="-1" strike="noStrike">
              <a:latin typeface="Arial"/>
            </a:endParaRPr>
          </a:p>
          <a:p>
            <a:pPr marL="283680" indent="-283320">
              <a:lnSpc>
                <a:spcPct val="85000"/>
              </a:lnSpc>
              <a:spcBef>
                <a:spcPts val="992"/>
              </a:spcBef>
              <a:buClr>
                <a:srgbClr val="4f81bd"/>
              </a:buClr>
              <a:buFont typeface="Arial"/>
              <a:buChar char="•"/>
            </a:pPr>
            <a:r>
              <a:rPr b="0" lang="ru-RU" sz="2320" spc="-1" strike="noStrike">
                <a:solidFill>
                  <a:srgbClr val="4f81bd"/>
                </a:solidFill>
                <a:latin typeface="Calibri"/>
                <a:ea typeface="DejaVu Sans"/>
              </a:rPr>
              <a:t>Назначение</a:t>
            </a:r>
            <a:br>
              <a:rPr sz="1490"/>
            </a:br>
            <a:r>
              <a:rPr b="0" lang="ru-RU" sz="1979" spc="-1" strike="noStrike">
                <a:solidFill>
                  <a:srgbClr val="000000"/>
                </a:solidFill>
                <a:latin typeface="Calibri"/>
                <a:ea typeface="DejaVu Sans"/>
              </a:rPr>
              <a:t>это поведенческий паттерн проектирования, который превращает запросы в объекты, позволяя передавать их как аргументы при вызове методов, ставить запросы в очередь, логировать их, а также поддерживать отмену операций.</a:t>
            </a:r>
            <a:endParaRPr b="0" lang="ru-RU" sz="1979" spc="-1" strike="noStrike">
              <a:latin typeface="Arial"/>
            </a:endParaRPr>
          </a:p>
          <a:p>
            <a:pPr marL="283680" indent="-283320">
              <a:lnSpc>
                <a:spcPct val="85000"/>
              </a:lnSpc>
              <a:spcBef>
                <a:spcPts val="992"/>
              </a:spcBef>
              <a:buClr>
                <a:srgbClr val="4f81bd"/>
              </a:buClr>
              <a:buFont typeface="Arial"/>
              <a:buChar char="•"/>
            </a:pPr>
            <a:r>
              <a:rPr b="0" lang="ru-RU" sz="2320" spc="-1" strike="noStrike">
                <a:solidFill>
                  <a:srgbClr val="4f81bd"/>
                </a:solidFill>
                <a:latin typeface="Calibri"/>
                <a:ea typeface="DejaVu Sans"/>
              </a:rPr>
              <a:t>Применимость</a:t>
            </a:r>
            <a:endParaRPr b="0" lang="ru-RU" sz="2320" spc="-1" strike="noStrike">
              <a:latin typeface="Arial"/>
            </a:endParaRPr>
          </a:p>
          <a:p>
            <a:pPr lvl="1" marL="614520" indent="-236160">
              <a:lnSpc>
                <a:spcPct val="85000"/>
              </a:lnSpc>
              <a:spcBef>
                <a:spcPts val="397"/>
              </a:spcBef>
              <a:buClr>
                <a:srgbClr val="000000"/>
              </a:buClr>
              <a:buFont typeface="Arial"/>
              <a:buChar char="–"/>
            </a:pPr>
            <a:r>
              <a:rPr b="1" lang="ru-RU" sz="1979" spc="-1" strike="noStrike">
                <a:solidFill>
                  <a:srgbClr val="000000"/>
                </a:solidFill>
                <a:latin typeface="Calibri"/>
                <a:ea typeface="DejaVu Sans"/>
              </a:rPr>
              <a:t>Когда вы хотите параметризовать объекты выполняемым действием</a:t>
            </a:r>
            <a:endParaRPr b="0" lang="ru-RU" sz="1979" spc="-1" strike="noStrike">
              <a:latin typeface="Arial"/>
            </a:endParaRPr>
          </a:p>
          <a:p>
            <a:pPr lvl="1" marL="614520" indent="-236160">
              <a:lnSpc>
                <a:spcPct val="85000"/>
              </a:lnSpc>
              <a:spcBef>
                <a:spcPts val="397"/>
              </a:spcBef>
              <a:buClr>
                <a:srgbClr val="000000"/>
              </a:buClr>
              <a:buFont typeface="Arial"/>
              <a:buChar char="–"/>
            </a:pPr>
            <a:r>
              <a:rPr b="1" lang="ru-RU" sz="1979" spc="-1" strike="noStrike">
                <a:solidFill>
                  <a:srgbClr val="000000"/>
                </a:solidFill>
                <a:latin typeface="Calibri"/>
                <a:ea typeface="DejaVu Sans"/>
              </a:rPr>
              <a:t>Когда вы хотите ставить операции в очередь, выполнять их по расписанию или передавать по сети</a:t>
            </a:r>
            <a:endParaRPr b="0" lang="ru-RU" sz="1979" spc="-1" strike="noStrike">
              <a:latin typeface="Arial"/>
            </a:endParaRPr>
          </a:p>
          <a:p>
            <a:pPr lvl="1" marL="614520" indent="-236160">
              <a:lnSpc>
                <a:spcPct val="85000"/>
              </a:lnSpc>
              <a:spcBef>
                <a:spcPts val="397"/>
              </a:spcBef>
              <a:buClr>
                <a:srgbClr val="000000"/>
              </a:buClr>
              <a:buFont typeface="Arial"/>
              <a:buChar char="–"/>
            </a:pPr>
            <a:r>
              <a:rPr b="1" lang="ru-RU" sz="1979" spc="-1" strike="noStrike">
                <a:solidFill>
                  <a:srgbClr val="000000"/>
                </a:solidFill>
                <a:latin typeface="Calibri"/>
                <a:ea typeface="DejaVu Sans"/>
              </a:rPr>
              <a:t>Когда вам нужна операция отмены</a:t>
            </a:r>
            <a:endParaRPr b="0" lang="ru-RU" sz="1979" spc="-1" strike="noStrike">
              <a:latin typeface="Arial"/>
            </a:endParaRPr>
          </a:p>
        </p:txBody>
      </p:sp>
      <p:pic>
        <p:nvPicPr>
          <p:cNvPr id="462" name="Рисунок 2" descr=""/>
          <p:cNvPicPr/>
          <p:nvPr/>
        </p:nvPicPr>
        <p:blipFill>
          <a:blip r:embed="rId1"/>
          <a:stretch/>
        </p:blipFill>
        <p:spPr>
          <a:xfrm>
            <a:off x="7390800" y="0"/>
            <a:ext cx="1428480" cy="1399680"/>
          </a:xfrm>
          <a:prstGeom prst="rect">
            <a:avLst/>
          </a:prstGeom>
          <a:ln w="0">
            <a:noFill/>
          </a:ln>
        </p:spPr>
      </p:pic>
    </p:spTree>
  </p:cSld>
  <mc:AlternateContent>
    <mc:Choice Requires="p14">
      <p:transition spd="slow" p14:dur="16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 name="Diagram1"/>
          <p:cNvGraphicFramePr/>
          <p:nvPr>
            <p:extLst>
              <p:ext uri="{D42A27DB-BD31-4B8C-83A1-F6EECF244321}">
                <p14:modId xmlns:p14="http://schemas.microsoft.com/office/powerpoint/2010/main" val="2658734694"/>
              </p:ext>
            </p:extLst>
          </p:nvPr>
        </p:nvGraphicFramePr>
        <p:xfrm>
          <a:off x="1637640" y="226800"/>
          <a:ext cx="6803640" cy="9442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63" name="TextShape 26"/>
          <p:cNvSpPr/>
          <p:nvPr/>
        </p:nvSpPr>
        <p:spPr>
          <a:xfrm>
            <a:off x="1637640" y="1322640"/>
            <a:ext cx="6803640" cy="3741120"/>
          </a:xfrm>
          <a:prstGeom prst="rect">
            <a:avLst/>
          </a:prstGeom>
          <a:noFill/>
          <a:ln w="0">
            <a:noFill/>
          </a:ln>
        </p:spPr>
        <p:style>
          <a:lnRef idx="0"/>
          <a:fillRef idx="0"/>
          <a:effectRef idx="0"/>
          <a:fontRef idx="minor"/>
        </p:style>
        <p:txBody>
          <a:bodyPr lIns="90000" rIns="90000" tIns="45000" bIns="45000" anchor="t">
            <a:normAutofit/>
          </a:bodyPr>
          <a:p>
            <a:pPr>
              <a:lnSpc>
                <a:spcPct val="100000"/>
              </a:lnSpc>
              <a:spcBef>
                <a:spcPts val="530"/>
              </a:spcBef>
              <a:buNone/>
            </a:pPr>
            <a:r>
              <a:rPr b="0" lang="ru-RU" sz="2640" spc="-1" strike="noStrike">
                <a:solidFill>
                  <a:srgbClr val="000000"/>
                </a:solidFill>
                <a:latin typeface="Calibri"/>
                <a:ea typeface="DejaVu Sans"/>
              </a:rPr>
              <a:t>Необходимо послать объекту запрос, не зная о том, выполнение какой операции запрошено и кто будет получателем.</a:t>
            </a:r>
            <a:endParaRPr b="0" lang="ru-RU" sz="2640" spc="-1" strike="noStrike">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2" name="Diagram2"/>
          <p:cNvGraphicFramePr/>
          <p:nvPr>
            <p:extLst>
              <p:ext uri="{D42A27DB-BD31-4B8C-83A1-F6EECF244321}">
                <p14:modId xmlns:p14="http://schemas.microsoft.com/office/powerpoint/2010/main" val="3594089665"/>
              </p:ext>
            </p:extLst>
          </p:nvPr>
        </p:nvGraphicFramePr>
        <p:xfrm>
          <a:off x="1637640" y="226800"/>
          <a:ext cx="6803640" cy="9442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64" name="TextShape 27"/>
          <p:cNvSpPr/>
          <p:nvPr/>
        </p:nvSpPr>
        <p:spPr>
          <a:xfrm>
            <a:off x="1637640" y="1322640"/>
            <a:ext cx="6803640" cy="3741120"/>
          </a:xfrm>
          <a:prstGeom prst="rect">
            <a:avLst/>
          </a:prstGeom>
          <a:noFill/>
          <a:ln w="0">
            <a:noFill/>
          </a:ln>
        </p:spPr>
        <p:style>
          <a:lnRef idx="0"/>
          <a:fillRef idx="0"/>
          <a:effectRef idx="0"/>
          <a:fontRef idx="minor"/>
        </p:style>
        <p:txBody>
          <a:bodyPr lIns="90000" rIns="90000" tIns="45000" bIns="45000" anchor="t">
            <a:normAutofit fontScale="60000"/>
          </a:bodyPr>
          <a:p>
            <a:pPr>
              <a:lnSpc>
                <a:spcPct val="100000"/>
              </a:lnSpc>
              <a:spcBef>
                <a:spcPts val="530"/>
              </a:spcBef>
              <a:buNone/>
            </a:pPr>
            <a:r>
              <a:rPr b="0" lang="ru-RU" sz="2640" spc="-1" strike="noStrike">
                <a:solidFill>
                  <a:srgbClr val="000000"/>
                </a:solidFill>
                <a:latin typeface="Calibri"/>
                <a:ea typeface="DejaVu Sans"/>
              </a:rPr>
              <a:t>Инкапсулировать запрос как объект. "Клиент" создает объект "КонкретнаяКоманда", который вызывает операции получателя для выполнения запроса, "Инициатор" отправляет запрос, выполоняя операцию "Команды" Выполнить(). "Команда" объявляет интерфейс для выполнения операции, "КонкретнаяКоманда" определяет связь между объектом "Получатель" и операцией Действие(), и, кроме того, реализует операцию Выполнить() путем вызова соответствующих операций объекта "Получатель". "Клиент" создает экземпляр класса "КонкретнаяКоманда" и устанавливает его получателя, "Инициатор" обращается к команде для выполнения запроса, "Получатель" (любой класс) располагает информацией о способах выполнения операций, необходимых для выполнения запроса.</a:t>
            </a:r>
            <a:endParaRPr b="0" lang="ru-RU" sz="2640" spc="-1" strike="noStrike">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3" name="Diagram3"/>
          <p:cNvGraphicFramePr/>
          <p:nvPr>
            <p:extLst>
              <p:ext uri="{D42A27DB-BD31-4B8C-83A1-F6EECF244321}">
                <p14:modId xmlns:p14="http://schemas.microsoft.com/office/powerpoint/2010/main" val="140484593"/>
              </p:ext>
            </p:extLst>
          </p:nvPr>
        </p:nvGraphicFramePr>
        <p:xfrm>
          <a:off x="1637640" y="226800"/>
          <a:ext cx="6803640" cy="9442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465" name="Picture 6" descr=""/>
          <p:cNvPicPr/>
          <p:nvPr/>
        </p:nvPicPr>
        <p:blipFill>
          <a:blip r:embed="rId6"/>
          <a:stretch/>
        </p:blipFill>
        <p:spPr>
          <a:xfrm>
            <a:off x="1407960" y="1465200"/>
            <a:ext cx="6803640" cy="3512520"/>
          </a:xfrm>
          <a:prstGeom prst="rect">
            <a:avLst/>
          </a:prstGeom>
          <a:ln w="0">
            <a:noFill/>
          </a:ln>
        </p:spPr>
      </p:pic>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4" name="Diagram4"/>
          <p:cNvGraphicFramePr/>
          <p:nvPr>
            <p:extLst>
              <p:ext uri="{D42A27DB-BD31-4B8C-83A1-F6EECF244321}">
                <p14:modId xmlns:p14="http://schemas.microsoft.com/office/powerpoint/2010/main" val="1433868647"/>
              </p:ext>
            </p:extLst>
          </p:nvPr>
        </p:nvGraphicFramePr>
        <p:xfrm>
          <a:off x="1637640" y="226800"/>
          <a:ext cx="6803640" cy="94428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466" name="TextShape 28"/>
          <p:cNvSpPr/>
          <p:nvPr/>
        </p:nvSpPr>
        <p:spPr>
          <a:xfrm>
            <a:off x="1637640" y="1322640"/>
            <a:ext cx="6803640" cy="3741120"/>
          </a:xfrm>
          <a:prstGeom prst="rect">
            <a:avLst/>
          </a:prstGeom>
          <a:noFill/>
          <a:ln w="0">
            <a:noFill/>
          </a:ln>
        </p:spPr>
        <p:style>
          <a:lnRef idx="0"/>
          <a:fillRef idx="0"/>
          <a:effectRef idx="0"/>
          <a:fontRef idx="minor"/>
        </p:style>
        <p:txBody>
          <a:bodyPr lIns="90000" rIns="90000" tIns="45000" bIns="45000" anchor="t">
            <a:normAutofit/>
          </a:bodyPr>
          <a:p>
            <a:pPr>
              <a:lnSpc>
                <a:spcPct val="100000"/>
              </a:lnSpc>
              <a:spcBef>
                <a:spcPts val="530"/>
              </a:spcBef>
              <a:buNone/>
            </a:pPr>
            <a:r>
              <a:rPr b="0" lang="ru-RU" sz="2640" spc="-1" strike="noStrike">
                <a:solidFill>
                  <a:srgbClr val="000000"/>
                </a:solidFill>
                <a:latin typeface="Calibri"/>
                <a:ea typeface="DejaVu Sans"/>
              </a:rPr>
              <a:t>Паттерн "Команда" разрывает связь между объектом, инициирующим операции, и объектом, имеющим информацию о том, как ее выполнить, кроме того создается объект "Команда", который можно расширять и манипулировать им как объектом.</a:t>
            </a:r>
            <a:endParaRPr b="0" lang="ru-RU" sz="2640" spc="-1" strike="noStrike">
              <a:latin typeface="Arial"/>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7" name="TextShape 29"/>
          <p:cNvSpPr/>
          <p:nvPr/>
        </p:nvSpPr>
        <p:spPr>
          <a:xfrm>
            <a:off x="6677640" y="5255280"/>
            <a:ext cx="1763640" cy="301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buNone/>
            </a:pPr>
            <a:fld id="{A34A0351-8B2A-4B7B-9B8D-797F54D7D866}" type="slidenum">
              <a:rPr b="0" lang="ru-RU" sz="989" spc="-1" strike="noStrike">
                <a:solidFill>
                  <a:srgbClr val="8b8b8b"/>
                </a:solidFill>
                <a:latin typeface="Calibri"/>
                <a:ea typeface="DejaVu Sans"/>
              </a:rPr>
              <a:t>19</a:t>
            </a:fld>
            <a:endParaRPr b="0" lang="ru-RU" sz="989" spc="-1" strike="noStrike">
              <a:latin typeface="Arial"/>
            </a:endParaRPr>
          </a:p>
        </p:txBody>
      </p:sp>
      <p:sp>
        <p:nvSpPr>
          <p:cNvPr id="468" name="TextShape 30"/>
          <p:cNvSpPr/>
          <p:nvPr/>
        </p:nvSpPr>
        <p:spPr>
          <a:xfrm>
            <a:off x="1637640" y="22680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Команда</a:t>
            </a:r>
            <a:endParaRPr b="0" lang="ru-RU" sz="3640" spc="-1" strike="noStrike">
              <a:latin typeface="Arial"/>
            </a:endParaRPr>
          </a:p>
        </p:txBody>
      </p:sp>
      <p:pic>
        <p:nvPicPr>
          <p:cNvPr id="469" name="Picture 7" descr=""/>
          <p:cNvPicPr/>
          <p:nvPr/>
        </p:nvPicPr>
        <p:blipFill>
          <a:blip r:embed="rId1"/>
          <a:stretch/>
        </p:blipFill>
        <p:spPr>
          <a:xfrm>
            <a:off x="2137680" y="870120"/>
            <a:ext cx="5803560" cy="2574360"/>
          </a:xfrm>
          <a:prstGeom prst="rect">
            <a:avLst/>
          </a:prstGeom>
          <a:ln w="0">
            <a:noFill/>
          </a:ln>
        </p:spPr>
      </p:pic>
      <p:pic>
        <p:nvPicPr>
          <p:cNvPr id="470" name="Picture 8" descr=""/>
          <p:cNvPicPr/>
          <p:nvPr/>
        </p:nvPicPr>
        <p:blipFill>
          <a:blip r:embed="rId2"/>
          <a:stretch/>
        </p:blipFill>
        <p:spPr>
          <a:xfrm>
            <a:off x="2017080" y="3489480"/>
            <a:ext cx="5913720" cy="1739520"/>
          </a:xfrm>
          <a:prstGeom prst="rect">
            <a:avLst/>
          </a:prstGeom>
          <a:ln w="0">
            <a:noFill/>
          </a:ln>
        </p:spPr>
      </p:pic>
    </p:spTree>
  </p:cSld>
  <mc:AlternateContent>
    <mc:Choice Requires="p14">
      <p:transition spd="slow" p14:dur="16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1" name="TextShape 31"/>
          <p:cNvSpPr/>
          <p:nvPr/>
        </p:nvSpPr>
        <p:spPr>
          <a:xfrm>
            <a:off x="6677640" y="5255280"/>
            <a:ext cx="1763640" cy="301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buNone/>
            </a:pPr>
            <a:fld id="{AC5CBCB5-7DCB-48D3-ACC9-5511C81B22CF}" type="slidenum">
              <a:rPr b="0" lang="ru-RU" sz="989" spc="-1" strike="noStrike">
                <a:solidFill>
                  <a:srgbClr val="8b8b8b"/>
                </a:solidFill>
                <a:latin typeface="Calibri"/>
                <a:ea typeface="DejaVu Sans"/>
              </a:rPr>
              <a:t>&lt;номер&gt;</a:t>
            </a:fld>
            <a:endParaRPr b="0" lang="ru-RU" sz="989" spc="-1" strike="noStrike">
              <a:latin typeface="Arial"/>
            </a:endParaRPr>
          </a:p>
        </p:txBody>
      </p:sp>
      <p:sp>
        <p:nvSpPr>
          <p:cNvPr id="472" name="TextShape 32"/>
          <p:cNvSpPr/>
          <p:nvPr/>
        </p:nvSpPr>
        <p:spPr>
          <a:xfrm>
            <a:off x="1646280" y="3672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Команда</a:t>
            </a:r>
            <a:endParaRPr b="0" lang="ru-RU" sz="3640" spc="-1" strike="noStrike">
              <a:latin typeface="Arial"/>
            </a:endParaRPr>
          </a:p>
        </p:txBody>
      </p:sp>
      <p:pic>
        <p:nvPicPr>
          <p:cNvPr id="473" name="Picture 9" descr=""/>
          <p:cNvPicPr/>
          <p:nvPr/>
        </p:nvPicPr>
        <p:blipFill>
          <a:blip r:embed="rId1"/>
          <a:stretch/>
        </p:blipFill>
        <p:spPr>
          <a:xfrm>
            <a:off x="2576880" y="810360"/>
            <a:ext cx="4794120" cy="2281320"/>
          </a:xfrm>
          <a:prstGeom prst="rect">
            <a:avLst/>
          </a:prstGeom>
          <a:ln w="0">
            <a:noFill/>
          </a:ln>
        </p:spPr>
      </p:pic>
      <p:pic>
        <p:nvPicPr>
          <p:cNvPr id="474" name="Picture 10" descr=""/>
          <p:cNvPicPr/>
          <p:nvPr/>
        </p:nvPicPr>
        <p:blipFill>
          <a:blip r:embed="rId2"/>
          <a:stretch/>
        </p:blipFill>
        <p:spPr>
          <a:xfrm>
            <a:off x="2576880" y="3013200"/>
            <a:ext cx="5345640" cy="2292480"/>
          </a:xfrm>
          <a:prstGeom prst="rect">
            <a:avLst/>
          </a:prstGeom>
          <a:ln w="0">
            <a:noFill/>
          </a:ln>
        </p:spPr>
      </p:pic>
    </p:spTree>
  </p:cSld>
  <mc:AlternateContent>
    <mc:Choice Requires="p14">
      <p:transition spd="slow" p14:dur="16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5" name="TextShape 33"/>
          <p:cNvSpPr/>
          <p:nvPr/>
        </p:nvSpPr>
        <p:spPr>
          <a:xfrm>
            <a:off x="6677640" y="5255280"/>
            <a:ext cx="1763640" cy="301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buNone/>
            </a:pPr>
            <a:fld id="{865A37B9-F8D9-4FFB-9E45-C2675C97A5E0}" type="slidenum">
              <a:rPr b="0" lang="ru-RU" sz="989" spc="-1" strike="noStrike">
                <a:solidFill>
                  <a:srgbClr val="8b8b8b"/>
                </a:solidFill>
                <a:latin typeface="Calibri"/>
                <a:ea typeface="DejaVu Sans"/>
              </a:rPr>
              <a:t>&lt;номер&gt;</a:t>
            </a:fld>
            <a:endParaRPr b="0" lang="ru-RU" sz="989" spc="-1" strike="noStrike">
              <a:latin typeface="Arial"/>
            </a:endParaRPr>
          </a:p>
        </p:txBody>
      </p:sp>
      <p:sp>
        <p:nvSpPr>
          <p:cNvPr id="476" name="TextShape 34"/>
          <p:cNvSpPr/>
          <p:nvPr/>
        </p:nvSpPr>
        <p:spPr>
          <a:xfrm>
            <a:off x="1646280" y="3672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Команда</a:t>
            </a:r>
            <a:endParaRPr b="0" lang="ru-RU" sz="3640" spc="-1" strike="noStrike">
              <a:latin typeface="Arial"/>
            </a:endParaRPr>
          </a:p>
        </p:txBody>
      </p:sp>
      <p:pic>
        <p:nvPicPr>
          <p:cNvPr id="477" name="Picture 11" descr=""/>
          <p:cNvPicPr/>
          <p:nvPr/>
        </p:nvPicPr>
        <p:blipFill>
          <a:blip r:embed="rId1"/>
          <a:stretch/>
        </p:blipFill>
        <p:spPr>
          <a:xfrm>
            <a:off x="2365920" y="1271520"/>
            <a:ext cx="5346720" cy="3125520"/>
          </a:xfrm>
          <a:prstGeom prst="rect">
            <a:avLst/>
          </a:prstGeom>
          <a:ln w="0">
            <a:noFill/>
          </a:ln>
        </p:spPr>
      </p:pic>
    </p:spTree>
  </p:cSld>
  <mc:AlternateContent>
    <mc:Choice Requires="p14">
      <p:transition spd="slow" p14:dur="16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78" name="TextShape 35"/>
          <p:cNvSpPr/>
          <p:nvPr/>
        </p:nvSpPr>
        <p:spPr>
          <a:xfrm>
            <a:off x="6677640" y="5255280"/>
            <a:ext cx="1763640" cy="301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buNone/>
            </a:pPr>
            <a:fld id="{A8F589AF-3857-4975-BEA5-9EAC7F4436F1}" type="slidenum">
              <a:rPr b="0" lang="ru-RU" sz="989" spc="-1" strike="noStrike">
                <a:solidFill>
                  <a:srgbClr val="8b8b8b"/>
                </a:solidFill>
                <a:latin typeface="Calibri"/>
                <a:ea typeface="DejaVu Sans"/>
              </a:rPr>
              <a:t>&lt;номер&gt;</a:t>
            </a:fld>
            <a:endParaRPr b="0" lang="ru-RU" sz="989" spc="-1" strike="noStrike">
              <a:latin typeface="Arial"/>
            </a:endParaRPr>
          </a:p>
        </p:txBody>
      </p:sp>
      <p:sp>
        <p:nvSpPr>
          <p:cNvPr id="479" name="TextShape 36"/>
          <p:cNvSpPr/>
          <p:nvPr/>
        </p:nvSpPr>
        <p:spPr>
          <a:xfrm>
            <a:off x="1646280" y="3672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Команда</a:t>
            </a:r>
            <a:endParaRPr b="0" lang="ru-RU" sz="3640" spc="-1" strike="noStrike">
              <a:latin typeface="Arial"/>
            </a:endParaRPr>
          </a:p>
        </p:txBody>
      </p:sp>
      <p:pic>
        <p:nvPicPr>
          <p:cNvPr id="480" name="Picture 12" descr=""/>
          <p:cNvPicPr/>
          <p:nvPr/>
        </p:nvPicPr>
        <p:blipFill>
          <a:blip r:embed="rId1"/>
          <a:stretch/>
        </p:blipFill>
        <p:spPr>
          <a:xfrm>
            <a:off x="1787400" y="763560"/>
            <a:ext cx="6504480" cy="4141440"/>
          </a:xfrm>
          <a:prstGeom prst="rect">
            <a:avLst/>
          </a:prstGeom>
          <a:ln w="0">
            <a:noFill/>
          </a:ln>
        </p:spPr>
      </p:pic>
    </p:spTree>
  </p:cSld>
  <mc:AlternateContent>
    <mc:Choice Requires="p14">
      <p:transition spd="slow" p14:dur="16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1" name="TextShape 37"/>
          <p:cNvSpPr/>
          <p:nvPr/>
        </p:nvSpPr>
        <p:spPr>
          <a:xfrm>
            <a:off x="6677640" y="5255280"/>
            <a:ext cx="1763640" cy="301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buNone/>
            </a:pPr>
            <a:fld id="{B6586E6A-BF0A-47BC-848B-6DBAA4F5732C}" type="slidenum">
              <a:rPr b="0" lang="ru-RU" sz="989" spc="-1" strike="noStrike">
                <a:solidFill>
                  <a:srgbClr val="8b8b8b"/>
                </a:solidFill>
                <a:latin typeface="Calibri"/>
                <a:ea typeface="DejaVu Sans"/>
              </a:rPr>
              <a:t>&lt;номер&gt;</a:t>
            </a:fld>
            <a:endParaRPr b="0" lang="ru-RU" sz="989" spc="-1" strike="noStrike">
              <a:latin typeface="Arial"/>
            </a:endParaRPr>
          </a:p>
        </p:txBody>
      </p:sp>
      <p:sp>
        <p:nvSpPr>
          <p:cNvPr id="482" name="TextShape 38"/>
          <p:cNvSpPr/>
          <p:nvPr/>
        </p:nvSpPr>
        <p:spPr>
          <a:xfrm>
            <a:off x="1646280" y="3672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Команда</a:t>
            </a:r>
            <a:endParaRPr b="0" lang="ru-RU" sz="3640" spc="-1" strike="noStrike">
              <a:latin typeface="Arial"/>
            </a:endParaRPr>
          </a:p>
        </p:txBody>
      </p:sp>
      <p:pic>
        <p:nvPicPr>
          <p:cNvPr id="483" name="Picture 13" descr=""/>
          <p:cNvPicPr/>
          <p:nvPr/>
        </p:nvPicPr>
        <p:blipFill>
          <a:blip r:embed="rId1"/>
          <a:stretch/>
        </p:blipFill>
        <p:spPr>
          <a:xfrm>
            <a:off x="2753280" y="732240"/>
            <a:ext cx="4572000" cy="4204800"/>
          </a:xfrm>
          <a:prstGeom prst="rect">
            <a:avLst/>
          </a:prstGeom>
          <a:ln w="0">
            <a:noFill/>
          </a:ln>
        </p:spPr>
      </p:pic>
    </p:spTree>
  </p:cSld>
  <mc:AlternateContent>
    <mc:Choice Requires="p14">
      <p:transition spd="slow" p14:dur="16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4" name="TextShape 39"/>
          <p:cNvSpPr/>
          <p:nvPr/>
        </p:nvSpPr>
        <p:spPr>
          <a:xfrm>
            <a:off x="6677640" y="5255280"/>
            <a:ext cx="1763640" cy="301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buNone/>
            </a:pPr>
            <a:fld id="{4F4B99A1-9CC3-4D1A-8DB1-3C4FBC42F7CB}" type="slidenum">
              <a:rPr b="0" lang="ru-RU" sz="989" spc="-1" strike="noStrike">
                <a:solidFill>
                  <a:srgbClr val="8b8b8b"/>
                </a:solidFill>
                <a:latin typeface="Calibri"/>
                <a:ea typeface="DejaVu Sans"/>
              </a:rPr>
              <a:t>&lt;номер&gt;</a:t>
            </a:fld>
            <a:endParaRPr b="0" lang="ru-RU" sz="989" spc="-1" strike="noStrike">
              <a:latin typeface="Arial"/>
            </a:endParaRPr>
          </a:p>
        </p:txBody>
      </p:sp>
      <p:sp>
        <p:nvSpPr>
          <p:cNvPr id="485" name="TextShape 40"/>
          <p:cNvSpPr/>
          <p:nvPr/>
        </p:nvSpPr>
        <p:spPr>
          <a:xfrm>
            <a:off x="1646280" y="3672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Команда</a:t>
            </a:r>
            <a:endParaRPr b="0" lang="ru-RU" sz="3640" spc="-1" strike="noStrike">
              <a:latin typeface="Arial"/>
            </a:endParaRPr>
          </a:p>
        </p:txBody>
      </p:sp>
      <p:pic>
        <p:nvPicPr>
          <p:cNvPr id="486" name="Picture 14" descr=""/>
          <p:cNvPicPr/>
          <p:nvPr/>
        </p:nvPicPr>
        <p:blipFill>
          <a:blip r:embed="rId1"/>
          <a:stretch/>
        </p:blipFill>
        <p:spPr>
          <a:xfrm>
            <a:off x="3015360" y="870120"/>
            <a:ext cx="4551120" cy="4445640"/>
          </a:xfrm>
          <a:prstGeom prst="rect">
            <a:avLst/>
          </a:prstGeom>
          <a:ln w="0">
            <a:noFill/>
          </a:ln>
        </p:spPr>
      </p:pic>
    </p:spTree>
  </p:cSld>
  <mc:AlternateContent>
    <mc:Choice Requires="p14">
      <p:transition spd="slow" p14:dur="16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7" name="TextShape 41"/>
          <p:cNvSpPr/>
          <p:nvPr/>
        </p:nvSpPr>
        <p:spPr>
          <a:xfrm>
            <a:off x="6677640" y="5255280"/>
            <a:ext cx="1763640" cy="301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buNone/>
            </a:pPr>
            <a:fld id="{9269FB0B-8F06-4D52-8C4A-8B175CB72442}" type="slidenum">
              <a:rPr b="0" lang="ru-RU" sz="989" spc="-1" strike="noStrike">
                <a:solidFill>
                  <a:srgbClr val="8b8b8b"/>
                </a:solidFill>
                <a:latin typeface="Calibri"/>
                <a:ea typeface="DejaVu Sans"/>
              </a:rPr>
              <a:t>&lt;номер&gt;</a:t>
            </a:fld>
            <a:endParaRPr b="0" lang="ru-RU" sz="989" spc="-1" strike="noStrike">
              <a:latin typeface="Arial"/>
            </a:endParaRPr>
          </a:p>
        </p:txBody>
      </p:sp>
      <p:sp>
        <p:nvSpPr>
          <p:cNvPr id="488" name="TextShape 42"/>
          <p:cNvSpPr/>
          <p:nvPr/>
        </p:nvSpPr>
        <p:spPr>
          <a:xfrm>
            <a:off x="1646280" y="3672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Команда</a:t>
            </a:r>
            <a:endParaRPr b="0" lang="ru-RU" sz="3640" spc="-1" strike="noStrike">
              <a:latin typeface="Arial"/>
            </a:endParaRPr>
          </a:p>
        </p:txBody>
      </p:sp>
      <p:pic>
        <p:nvPicPr>
          <p:cNvPr id="489" name="Picture 15" descr=""/>
          <p:cNvPicPr/>
          <p:nvPr/>
        </p:nvPicPr>
        <p:blipFill>
          <a:blip r:embed="rId1"/>
          <a:stretch/>
        </p:blipFill>
        <p:spPr>
          <a:xfrm>
            <a:off x="3015360" y="870120"/>
            <a:ext cx="4551120" cy="4445640"/>
          </a:xfrm>
          <a:prstGeom prst="rect">
            <a:avLst/>
          </a:prstGeom>
          <a:ln w="0">
            <a:noFill/>
          </a:ln>
        </p:spPr>
      </p:pic>
    </p:spTree>
  </p:cSld>
  <mc:AlternateContent>
    <mc:Choice Requires="p14">
      <p:transition spd="slow" p14:dur="16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0" name="TextShape 43"/>
          <p:cNvSpPr/>
          <p:nvPr/>
        </p:nvSpPr>
        <p:spPr>
          <a:xfrm>
            <a:off x="6677640" y="5255280"/>
            <a:ext cx="1763640" cy="301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buNone/>
            </a:pPr>
            <a:fld id="{64223AAE-0920-4EFC-AB8B-1543E849A26A}" type="slidenum">
              <a:rPr b="0" lang="ru-RU" sz="989" spc="-1" strike="noStrike">
                <a:solidFill>
                  <a:srgbClr val="8b8b8b"/>
                </a:solidFill>
                <a:latin typeface="Calibri"/>
                <a:ea typeface="DejaVu Sans"/>
              </a:rPr>
              <a:t>&lt;номер&gt;</a:t>
            </a:fld>
            <a:endParaRPr b="0" lang="ru-RU" sz="989" spc="-1" strike="noStrike">
              <a:latin typeface="Arial"/>
            </a:endParaRPr>
          </a:p>
        </p:txBody>
      </p:sp>
      <p:sp>
        <p:nvSpPr>
          <p:cNvPr id="491" name="TextShape 44"/>
          <p:cNvSpPr/>
          <p:nvPr/>
        </p:nvSpPr>
        <p:spPr>
          <a:xfrm>
            <a:off x="1646280" y="3672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Команда</a:t>
            </a:r>
            <a:endParaRPr b="0" lang="ru-RU" sz="3640" spc="-1" strike="noStrike">
              <a:latin typeface="Arial"/>
            </a:endParaRPr>
          </a:p>
        </p:txBody>
      </p:sp>
      <p:pic>
        <p:nvPicPr>
          <p:cNvPr id="492" name="Picture 16" descr=""/>
          <p:cNvPicPr/>
          <p:nvPr/>
        </p:nvPicPr>
        <p:blipFill>
          <a:blip r:embed="rId1"/>
          <a:stretch/>
        </p:blipFill>
        <p:spPr>
          <a:xfrm>
            <a:off x="1570680" y="929520"/>
            <a:ext cx="6937560" cy="4165200"/>
          </a:xfrm>
          <a:prstGeom prst="rect">
            <a:avLst/>
          </a:prstGeom>
          <a:ln w="0">
            <a:noFill/>
          </a:ln>
        </p:spPr>
      </p:pic>
      <p:pic>
        <p:nvPicPr>
          <p:cNvPr id="493" name="Рисунок 1" descr=""/>
          <p:cNvPicPr/>
          <p:nvPr/>
        </p:nvPicPr>
        <p:blipFill>
          <a:blip r:embed="rId2"/>
          <a:stretch/>
        </p:blipFill>
        <p:spPr>
          <a:xfrm>
            <a:off x="6111360" y="2715840"/>
            <a:ext cx="1428480" cy="1399680"/>
          </a:xfrm>
          <a:prstGeom prst="rect">
            <a:avLst/>
          </a:prstGeom>
          <a:ln w="0">
            <a:noFill/>
          </a:ln>
        </p:spPr>
      </p:pic>
    </p:spTree>
  </p:cSld>
  <mc:AlternateContent>
    <mc:Choice Requires="p14">
      <p:transition spd="slow" p14:dur="1600"/>
    </mc:Choice>
    <mc:Fallback>
      <p:transition spd="slow"/>
    </mc:Fallback>
  </mc:AlternateContent>
</p:sld>
</file>

<file path=ppt/slides/slide2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4" name="TextShape 45"/>
          <p:cNvSpPr/>
          <p:nvPr/>
        </p:nvSpPr>
        <p:spPr>
          <a:xfrm>
            <a:off x="6677640" y="5255280"/>
            <a:ext cx="1763640" cy="301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buNone/>
            </a:pPr>
            <a:fld id="{E5DB748D-B224-4A21-B4BF-AE5B3AE96D16}" type="slidenum">
              <a:rPr b="0" lang="ru-RU" sz="989" spc="-1" strike="noStrike">
                <a:solidFill>
                  <a:srgbClr val="8b8b8b"/>
                </a:solidFill>
                <a:latin typeface="Calibri"/>
                <a:ea typeface="DejaVu Sans"/>
              </a:rPr>
              <a:t>&lt;номер&gt;</a:t>
            </a:fld>
            <a:endParaRPr b="0" lang="ru-RU" sz="989" spc="-1" strike="noStrike">
              <a:latin typeface="Arial"/>
            </a:endParaRPr>
          </a:p>
        </p:txBody>
      </p:sp>
      <p:sp>
        <p:nvSpPr>
          <p:cNvPr id="495" name="TextShape 46"/>
          <p:cNvSpPr/>
          <p:nvPr/>
        </p:nvSpPr>
        <p:spPr>
          <a:xfrm>
            <a:off x="1646280" y="3672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Команда</a:t>
            </a:r>
            <a:endParaRPr b="0" lang="ru-RU" sz="3640" spc="-1" strike="noStrike">
              <a:latin typeface="Arial"/>
            </a:endParaRPr>
          </a:p>
        </p:txBody>
      </p:sp>
      <p:pic>
        <p:nvPicPr>
          <p:cNvPr id="496" name="Picture 17" descr=""/>
          <p:cNvPicPr/>
          <p:nvPr/>
        </p:nvPicPr>
        <p:blipFill>
          <a:blip r:embed="rId1"/>
          <a:stretch/>
        </p:blipFill>
        <p:spPr>
          <a:xfrm>
            <a:off x="2479680" y="810360"/>
            <a:ext cx="5378400" cy="4624920"/>
          </a:xfrm>
          <a:prstGeom prst="rect">
            <a:avLst/>
          </a:prstGeom>
          <a:ln w="0">
            <a:noFill/>
          </a:ln>
        </p:spPr>
      </p:pic>
    </p:spTree>
  </p:cSld>
  <mc:AlternateContent>
    <mc:Choice Requires="p14">
      <p:transition spd="slow" p14:dur="1600"/>
    </mc:Choice>
    <mc:Fallback>
      <p:transition spd="slow"/>
    </mc:Fallback>
  </mc:AlternateContent>
</p:sld>
</file>

<file path=ppt/slides/slide2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97" name="TextShape 47"/>
          <p:cNvSpPr/>
          <p:nvPr/>
        </p:nvSpPr>
        <p:spPr>
          <a:xfrm>
            <a:off x="6677640" y="5255280"/>
            <a:ext cx="1763640" cy="301320"/>
          </a:xfrm>
          <a:prstGeom prst="rect">
            <a:avLst/>
          </a:prstGeom>
          <a:noFill/>
          <a:ln w="0">
            <a:noFill/>
          </a:ln>
        </p:spPr>
        <p:style>
          <a:lnRef idx="0"/>
          <a:fillRef idx="0"/>
          <a:effectRef idx="0"/>
          <a:fontRef idx="minor"/>
        </p:style>
        <p:txBody>
          <a:bodyPr lIns="90000" rIns="90000" tIns="45000" bIns="45000" anchor="ctr">
            <a:noAutofit/>
          </a:bodyPr>
          <a:p>
            <a:pPr algn="r">
              <a:lnSpc>
                <a:spcPct val="100000"/>
              </a:lnSpc>
              <a:buNone/>
            </a:pPr>
            <a:fld id="{579FC44A-717E-4164-856E-2C260329F399}" type="slidenum">
              <a:rPr b="0" lang="ru-RU" sz="989" spc="-1" strike="noStrike">
                <a:solidFill>
                  <a:srgbClr val="8b8b8b"/>
                </a:solidFill>
                <a:latin typeface="Calibri"/>
                <a:ea typeface="DejaVu Sans"/>
              </a:rPr>
              <a:t>&lt;номер&gt;</a:t>
            </a:fld>
            <a:endParaRPr b="0" lang="ru-RU" sz="989" spc="-1" strike="noStrike">
              <a:latin typeface="Arial"/>
            </a:endParaRPr>
          </a:p>
        </p:txBody>
      </p:sp>
      <p:sp>
        <p:nvSpPr>
          <p:cNvPr id="498" name="TextShape 48"/>
          <p:cNvSpPr/>
          <p:nvPr/>
        </p:nvSpPr>
        <p:spPr>
          <a:xfrm>
            <a:off x="1646280" y="36720"/>
            <a:ext cx="6803640" cy="944280"/>
          </a:xfrm>
          <a:prstGeom prst="rect">
            <a:avLst/>
          </a:prstGeom>
          <a:noFill/>
          <a:ln w="0">
            <a:noFill/>
          </a:ln>
        </p:spPr>
        <p:style>
          <a:lnRef idx="0"/>
          <a:fillRef idx="0"/>
          <a:effectRef idx="0"/>
          <a:fontRef idx="minor"/>
        </p:style>
        <p:txBody>
          <a:bodyPr lIns="90000" rIns="90000" tIns="45000" bIns="45000" anchor="ctr">
            <a:noAutofit/>
          </a:bodyPr>
          <a:p>
            <a:pPr algn="ctr">
              <a:lnSpc>
                <a:spcPct val="100000"/>
              </a:lnSpc>
              <a:buNone/>
            </a:pPr>
            <a:r>
              <a:rPr b="0" lang="ru-RU" sz="3640" spc="-1" strike="noStrike">
                <a:solidFill>
                  <a:srgbClr val="000000"/>
                </a:solidFill>
                <a:latin typeface="Calibri"/>
                <a:ea typeface="DejaVu Sans"/>
              </a:rPr>
              <a:t>Команда</a:t>
            </a:r>
            <a:endParaRPr b="0" lang="ru-RU" sz="3640" spc="-1" strike="noStrike">
              <a:latin typeface="Arial"/>
            </a:endParaRPr>
          </a:p>
        </p:txBody>
      </p:sp>
      <p:pic>
        <p:nvPicPr>
          <p:cNvPr id="499" name="Picture 18" descr=""/>
          <p:cNvPicPr/>
          <p:nvPr/>
        </p:nvPicPr>
        <p:blipFill>
          <a:blip r:embed="rId1"/>
          <a:stretch/>
        </p:blipFill>
        <p:spPr>
          <a:xfrm>
            <a:off x="2420280" y="740880"/>
            <a:ext cx="5619240" cy="563400"/>
          </a:xfrm>
          <a:prstGeom prst="rect">
            <a:avLst/>
          </a:prstGeom>
          <a:ln w="0">
            <a:noFill/>
          </a:ln>
        </p:spPr>
      </p:pic>
      <p:pic>
        <p:nvPicPr>
          <p:cNvPr id="500" name="Picture 19" descr=""/>
          <p:cNvPicPr/>
          <p:nvPr/>
        </p:nvPicPr>
        <p:blipFill>
          <a:blip r:embed="rId2"/>
          <a:stretch/>
        </p:blipFill>
        <p:spPr>
          <a:xfrm>
            <a:off x="2619000" y="1465200"/>
            <a:ext cx="5221080" cy="3826080"/>
          </a:xfrm>
          <a:prstGeom prst="rect">
            <a:avLst/>
          </a:prstGeom>
          <a:ln w="0">
            <a:noFill/>
          </a:ln>
        </p:spPr>
      </p:pic>
    </p:spTree>
  </p:cSld>
  <mc:AlternateContent>
    <mc:Choice Requires="p14">
      <p:transition spd="slow" p14:dur="1600"/>
    </mc:Choice>
    <mc:Fallback>
      <p:transition spd="slow"/>
    </mc:Fallback>
  </mc:AlternateContent>
</p:sld>
</file>

<file path=ppt/slides/slide3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1" name="PlaceHolder 1"/>
          <p:cNvSpPr>
            <a:spLocks noGrp="1"/>
          </p:cNvSpPr>
          <p:nvPr>
            <p:ph type="title"/>
          </p:nvPr>
        </p:nvSpPr>
        <p:spPr>
          <a:xfrm>
            <a:off x="503640" y="225720"/>
            <a:ext cx="9070920" cy="946080"/>
          </a:xfrm>
          <a:prstGeom prst="rect">
            <a:avLst/>
          </a:prstGeom>
          <a:noFill/>
          <a:ln w="0">
            <a:noFill/>
          </a:ln>
        </p:spPr>
        <p:txBody>
          <a:bodyPr lIns="0" rIns="0" tIns="0" bIns="0" anchor="ctr">
            <a:noAutofit/>
          </a:bodyPr>
          <a:p>
            <a:pPr>
              <a:lnSpc>
                <a:spcPct val="90000"/>
              </a:lnSpc>
              <a:buNone/>
            </a:pPr>
            <a:r>
              <a:rPr b="0" lang="ru-RU" sz="4400" spc="-1" strike="noStrike">
                <a:solidFill>
                  <a:srgbClr val="000000"/>
                </a:solidFill>
                <a:latin typeface="Arial"/>
                <a:ea typeface="DejaVu Sans"/>
              </a:rPr>
              <a:t>Компоновщик</a:t>
            </a:r>
            <a:endParaRPr b="0" lang="ru-RU" sz="4400" spc="-1" strike="noStrike">
              <a:solidFill>
                <a:srgbClr val="000000"/>
              </a:solidFill>
              <a:latin typeface="Arial"/>
            </a:endParaRPr>
          </a:p>
        </p:txBody>
      </p:sp>
      <p:sp>
        <p:nvSpPr>
          <p:cNvPr id="502" name="PlaceHolder 2"/>
          <p:cNvSpPr>
            <a:spLocks noGrp="1"/>
          </p:cNvSpPr>
          <p:nvPr>
            <p:ph/>
          </p:nvPr>
        </p:nvSpPr>
        <p:spPr>
          <a:xfrm>
            <a:off x="1407960" y="1352880"/>
            <a:ext cx="7259400" cy="3803400"/>
          </a:xfrm>
          <a:prstGeom prst="rect">
            <a:avLst/>
          </a:prstGeom>
          <a:noFill/>
          <a:ln w="0">
            <a:noFill/>
          </a:ln>
        </p:spPr>
        <p:txBody>
          <a:bodyPr lIns="0" rIns="0" tIns="0" bIns="0" anchor="ctr">
            <a:normAutofit/>
          </a:bodyPr>
          <a:p>
            <a:pPr marL="228600" indent="-228600">
              <a:lnSpc>
                <a:spcPct val="85000"/>
              </a:lnSpc>
              <a:spcBef>
                <a:spcPts val="1001"/>
              </a:spcBef>
              <a:buClr>
                <a:srgbClr val="4f81bd"/>
              </a:buClr>
              <a:buFont typeface="Arial"/>
              <a:buChar char="•"/>
            </a:pPr>
            <a:r>
              <a:rPr b="0" lang="ru-RU" sz="2320" spc="-1" strike="noStrike">
                <a:solidFill>
                  <a:srgbClr val="4f81bd"/>
                </a:solidFill>
                <a:latin typeface="Arial"/>
                <a:ea typeface="DejaVu Sans"/>
              </a:rPr>
              <a:t>Название и классификация</a:t>
            </a:r>
            <a:br>
              <a:rPr sz="2320"/>
            </a:br>
            <a:r>
              <a:rPr b="0" lang="ru-RU" sz="1979" spc="-1" strike="noStrike">
                <a:solidFill>
                  <a:srgbClr val="000000"/>
                </a:solidFill>
                <a:latin typeface="Arial"/>
                <a:ea typeface="DejaVu Sans"/>
              </a:rPr>
              <a:t>Компоновщик</a:t>
            </a:r>
            <a:r>
              <a:rPr b="0" lang="en-US" sz="1979" spc="-1" strike="noStrike">
                <a:solidFill>
                  <a:srgbClr val="000000"/>
                </a:solidFill>
                <a:latin typeface="Arial"/>
                <a:ea typeface="DejaVu Sans"/>
              </a:rPr>
              <a:t>, </a:t>
            </a:r>
            <a:r>
              <a:rPr b="0" lang="ru-RU" sz="1979" spc="-1" strike="noStrike">
                <a:solidFill>
                  <a:srgbClr val="000000"/>
                </a:solidFill>
                <a:latin typeface="Arial"/>
                <a:ea typeface="DejaVu Sans"/>
              </a:rPr>
              <a:t>Дерево,  </a:t>
            </a:r>
            <a:r>
              <a:rPr b="0" lang="en-US" sz="1979" spc="-1" strike="noStrike">
                <a:solidFill>
                  <a:srgbClr val="000000"/>
                </a:solidFill>
                <a:latin typeface="Arial"/>
                <a:ea typeface="DejaVu Sans"/>
              </a:rPr>
              <a:t>Composite</a:t>
            </a:r>
            <a:r>
              <a:rPr b="0" lang="ru-RU" sz="1979" spc="-1" strike="noStrike">
                <a:solidFill>
                  <a:srgbClr val="000000"/>
                </a:solidFill>
                <a:latin typeface="Arial"/>
                <a:ea typeface="DejaVu Sans"/>
              </a:rPr>
              <a:t> – структурный паттерн проектирования</a:t>
            </a:r>
            <a:endParaRPr b="0" lang="ru-RU" sz="1979" spc="-1" strike="noStrike">
              <a:solidFill>
                <a:srgbClr val="000000"/>
              </a:solidFill>
              <a:latin typeface="Arial"/>
            </a:endParaRPr>
          </a:p>
          <a:p>
            <a:pPr marL="228600" indent="-228600">
              <a:lnSpc>
                <a:spcPct val="85000"/>
              </a:lnSpc>
              <a:spcBef>
                <a:spcPts val="992"/>
              </a:spcBef>
              <a:buClr>
                <a:srgbClr val="4f81bd"/>
              </a:buClr>
              <a:buFont typeface="Arial"/>
              <a:buChar char="•"/>
            </a:pPr>
            <a:r>
              <a:rPr b="0" lang="ru-RU" sz="2320" spc="-1" strike="noStrike">
                <a:solidFill>
                  <a:srgbClr val="4f81bd"/>
                </a:solidFill>
                <a:latin typeface="Arial"/>
                <a:ea typeface="DejaVu Sans"/>
              </a:rPr>
              <a:t>Назначение</a:t>
            </a:r>
            <a:br>
              <a:rPr sz="2320"/>
            </a:br>
            <a:r>
              <a:rPr b="0" lang="ru-RU" sz="1979" spc="-1" strike="noStrike">
                <a:solidFill>
                  <a:srgbClr val="4f81bd"/>
                </a:solidFill>
                <a:latin typeface="Arial"/>
                <a:ea typeface="DejaVu Sans"/>
              </a:rPr>
              <a:t>П</a:t>
            </a:r>
            <a:r>
              <a:rPr b="0" lang="ru-RU" sz="1979" spc="-1" strike="noStrike">
                <a:solidFill>
                  <a:srgbClr val="000000"/>
                </a:solidFill>
                <a:latin typeface="Arial"/>
                <a:ea typeface="DejaVu Sans"/>
              </a:rPr>
              <a:t>озволяет сгруппировать множество объектов в древовидную структуру, а затем работать с ней так, как будто это единичный объект.</a:t>
            </a:r>
            <a:endParaRPr b="0" lang="ru-RU" sz="1979" spc="-1" strike="noStrike">
              <a:solidFill>
                <a:srgbClr val="000000"/>
              </a:solidFill>
              <a:latin typeface="Arial"/>
            </a:endParaRPr>
          </a:p>
          <a:p>
            <a:pPr marL="228600" indent="-228600">
              <a:lnSpc>
                <a:spcPct val="85000"/>
              </a:lnSpc>
              <a:spcBef>
                <a:spcPts val="992"/>
              </a:spcBef>
              <a:buClr>
                <a:srgbClr val="4f81bd"/>
              </a:buClr>
              <a:buFont typeface="Arial"/>
              <a:buChar char="•"/>
            </a:pPr>
            <a:r>
              <a:rPr b="0" lang="ru-RU" sz="2320" spc="-1" strike="noStrike">
                <a:solidFill>
                  <a:srgbClr val="4f81bd"/>
                </a:solidFill>
                <a:latin typeface="Arial"/>
                <a:ea typeface="DejaVu Sans"/>
              </a:rPr>
              <a:t>Применимость</a:t>
            </a:r>
            <a:endParaRPr b="0" lang="ru-RU" sz="2320" spc="-1" strike="noStrike">
              <a:solidFill>
                <a:srgbClr val="000000"/>
              </a:solidFill>
              <a:latin typeface="Arial"/>
            </a:endParaRPr>
          </a:p>
          <a:p>
            <a:pPr lvl="1" marL="685800" indent="-228600">
              <a:lnSpc>
                <a:spcPct val="85000"/>
              </a:lnSpc>
              <a:spcBef>
                <a:spcPts val="499"/>
              </a:spcBef>
              <a:buClr>
                <a:srgbClr val="000000"/>
              </a:buClr>
              <a:buFont typeface="Arial"/>
              <a:buChar char="•"/>
            </a:pPr>
            <a:r>
              <a:rPr b="1" lang="ru-RU" sz="1979" spc="-1" strike="noStrike">
                <a:solidFill>
                  <a:srgbClr val="000000"/>
                </a:solidFill>
                <a:latin typeface="Arial"/>
                <a:ea typeface="DejaVu Sans"/>
              </a:rPr>
              <a:t>Когда вам нужно представить древовидную структуру объектов</a:t>
            </a:r>
            <a:endParaRPr b="0" lang="ru-RU" sz="1979" spc="-1" strike="noStrike">
              <a:solidFill>
                <a:srgbClr val="000000"/>
              </a:solidFill>
              <a:latin typeface="Arial"/>
            </a:endParaRPr>
          </a:p>
          <a:p>
            <a:pPr lvl="1" marL="685800" indent="-228600">
              <a:lnSpc>
                <a:spcPct val="85000"/>
              </a:lnSpc>
              <a:spcBef>
                <a:spcPts val="499"/>
              </a:spcBef>
              <a:buClr>
                <a:srgbClr val="000000"/>
              </a:buClr>
              <a:buFont typeface="Arial"/>
              <a:buChar char="•"/>
            </a:pPr>
            <a:r>
              <a:rPr b="1" lang="ru-RU" sz="1979" spc="-1" strike="noStrike">
                <a:solidFill>
                  <a:srgbClr val="000000"/>
                </a:solidFill>
                <a:latin typeface="Arial"/>
                <a:ea typeface="DejaVu Sans"/>
              </a:rPr>
              <a:t>Когда клиенты должны единообразно трактовать простые и составные объекты</a:t>
            </a:r>
            <a:endParaRPr b="0" lang="ru-RU" sz="1979" spc="-1" strike="noStrike">
              <a:solidFill>
                <a:srgbClr val="000000"/>
              </a:solidFill>
              <a:latin typeface="Arial"/>
            </a:endParaRPr>
          </a:p>
        </p:txBody>
      </p:sp>
      <p:sp>
        <p:nvSpPr>
          <p:cNvPr id="4" name="PlaceHolder 3"/>
          <p:cNvSpPr>
            <a:spLocks noGrp="1"/>
          </p:cNvSpPr>
          <p:nvPr>
            <p:ph type="sldNum" idx="3"/>
          </p:nvPr>
        </p:nvSpPr>
        <p:spPr/>
        <p:txBody>
          <a:bodyPr/>
          <a:p>
            <a:fld id="{3DF45C6A-367B-48CA-8F71-5B67058A1E16}" type="slidenum">
              <a:t>30</a:t>
            </a:fld>
          </a:p>
        </p:txBody>
      </p:sp>
    </p:spTree>
  </p:cSld>
  <mc:AlternateContent>
    <mc:Choice Requires="p14">
      <p:transition spd="slow" p14:dur="1600"/>
    </mc:Choice>
    <mc:Fallback>
      <p:transition spd="slow"/>
    </mc:Fallback>
  </mc:AlternateContent>
</p:sld>
</file>

<file path=ppt/slides/slide3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5" name="Diagram5"/>
          <p:cNvGraphicFramePr/>
          <p:nvPr>
            <p:extLst>
              <p:ext uri="{D42A27DB-BD31-4B8C-83A1-F6EECF244321}">
                <p14:modId xmlns:p14="http://schemas.microsoft.com/office/powerpoint/2010/main" val="2144622723"/>
              </p:ext>
            </p:extLst>
          </p:nvPr>
        </p:nvGraphicFramePr>
        <p:xfrm>
          <a:off x="1637640" y="226800"/>
          <a:ext cx="6804000" cy="944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03" name="PlaceHolder 1"/>
          <p:cNvSpPr>
            <a:spLocks noGrp="1"/>
          </p:cNvSpPr>
          <p:nvPr>
            <p:ph/>
          </p:nvPr>
        </p:nvSpPr>
        <p:spPr>
          <a:xfrm>
            <a:off x="503640" y="1326240"/>
            <a:ext cx="9070920" cy="3287880"/>
          </a:xfrm>
          <a:prstGeom prst="rect">
            <a:avLst/>
          </a:prstGeom>
          <a:noFill/>
          <a:ln w="0">
            <a:noFill/>
          </a:ln>
        </p:spPr>
        <p:txBody>
          <a:bodyPr lIns="0" rIns="0" tIns="0" bIns="0" anchor="t">
            <a:noAutofit/>
          </a:bodyPr>
          <a:p>
            <a:pPr>
              <a:lnSpc>
                <a:spcPct val="90000"/>
              </a:lnSpc>
              <a:spcBef>
                <a:spcPts val="1001"/>
              </a:spcBef>
              <a:buNone/>
              <a:tabLst>
                <a:tab algn="l" pos="0"/>
              </a:tabLst>
            </a:pPr>
            <a:r>
              <a:rPr b="0" lang="ru-RU" sz="2800" spc="-1" strike="noStrike">
                <a:solidFill>
                  <a:srgbClr val="000000"/>
                </a:solidFill>
                <a:latin typeface="Arial"/>
                <a:ea typeface="DejaVu Sans"/>
              </a:rPr>
              <a:t>Как обрабатывать группу или композицию структур объектов одновременно?</a:t>
            </a:r>
            <a:endParaRPr b="0" lang="ru-RU"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6" name="Diagram6"/>
          <p:cNvGraphicFramePr/>
          <p:nvPr>
            <p:extLst>
              <p:ext uri="{D42A27DB-BD31-4B8C-83A1-F6EECF244321}">
                <p14:modId xmlns:p14="http://schemas.microsoft.com/office/powerpoint/2010/main" val="3263191288"/>
              </p:ext>
            </p:extLst>
          </p:nvPr>
        </p:nvGraphicFramePr>
        <p:xfrm>
          <a:off x="1637640" y="226800"/>
          <a:ext cx="6804000" cy="944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04" name="PlaceHolder 1"/>
          <p:cNvSpPr>
            <a:spLocks noGrp="1"/>
          </p:cNvSpPr>
          <p:nvPr>
            <p:ph/>
          </p:nvPr>
        </p:nvSpPr>
        <p:spPr>
          <a:xfrm>
            <a:off x="503640" y="1326240"/>
            <a:ext cx="9070920" cy="3287880"/>
          </a:xfrm>
          <a:prstGeom prst="rect">
            <a:avLst/>
          </a:prstGeom>
          <a:noFill/>
          <a:ln w="0">
            <a:noFill/>
          </a:ln>
        </p:spPr>
        <p:txBody>
          <a:bodyPr lIns="0" rIns="0" tIns="0" bIns="0" anchor="t">
            <a:noAutofit/>
          </a:bodyPr>
          <a:p>
            <a:pPr>
              <a:lnSpc>
                <a:spcPct val="90000"/>
              </a:lnSpc>
              <a:spcBef>
                <a:spcPts val="1001"/>
              </a:spcBef>
              <a:buNone/>
              <a:tabLst>
                <a:tab algn="l" pos="0"/>
              </a:tabLst>
            </a:pPr>
            <a:r>
              <a:rPr b="0" lang="ru-RU" sz="2800" spc="-1" strike="noStrike">
                <a:solidFill>
                  <a:srgbClr val="000000"/>
                </a:solidFill>
                <a:latin typeface="Arial"/>
                <a:ea typeface="DejaVu Sans"/>
              </a:rPr>
              <a:t>Определить классы для композитных и атомарных объектов таким образом, чтобы они реализовывали один и тот же интерфейс.</a:t>
            </a:r>
            <a:endParaRPr b="0" lang="ru-RU"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7" name="Diagram7"/>
          <p:cNvGraphicFramePr/>
          <p:nvPr>
            <p:extLst>
              <p:ext uri="{D42A27DB-BD31-4B8C-83A1-F6EECF244321}">
                <p14:modId xmlns:p14="http://schemas.microsoft.com/office/powerpoint/2010/main" val="1327472630"/>
              </p:ext>
            </p:extLst>
          </p:nvPr>
        </p:nvGraphicFramePr>
        <p:xfrm>
          <a:off x="1637640" y="226800"/>
          <a:ext cx="6804000" cy="944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05" name="PlaceHolder 1"/>
          <p:cNvSpPr>
            <a:spLocks noGrp="1"/>
          </p:cNvSpPr>
          <p:nvPr>
            <p:ph/>
          </p:nvPr>
        </p:nvSpPr>
        <p:spPr>
          <a:xfrm>
            <a:off x="503640" y="1326240"/>
            <a:ext cx="9070920" cy="3287880"/>
          </a:xfrm>
          <a:prstGeom prst="rect">
            <a:avLst/>
          </a:prstGeom>
          <a:noFill/>
          <a:ln w="0">
            <a:noFill/>
          </a:ln>
        </p:spPr>
        <p:txBody>
          <a:bodyPr lIns="0" rIns="0" tIns="0" bIns="0" anchor="t">
            <a:noAutofit/>
          </a:bodyPr>
          <a:p>
            <a:pPr>
              <a:lnSpc>
                <a:spcPct val="90000"/>
              </a:lnSpc>
              <a:spcBef>
                <a:spcPts val="1414"/>
              </a:spcBef>
              <a:buNone/>
            </a:pPr>
            <a:endParaRPr b="0" lang="ru-RU" sz="2800" spc="-1" strike="noStrike">
              <a:solidFill>
                <a:srgbClr val="000000"/>
              </a:solidFill>
              <a:latin typeface="Arial"/>
            </a:endParaRPr>
          </a:p>
        </p:txBody>
      </p:sp>
      <p:pic>
        <p:nvPicPr>
          <p:cNvPr id="506" name="Picture 26" descr=""/>
          <p:cNvPicPr/>
          <p:nvPr/>
        </p:nvPicPr>
        <p:blipFill>
          <a:blip r:embed="rId6"/>
          <a:stretch/>
        </p:blipFill>
        <p:spPr>
          <a:xfrm>
            <a:off x="1586520" y="1524960"/>
            <a:ext cx="6977880" cy="2916720"/>
          </a:xfrm>
          <a:prstGeom prst="rect">
            <a:avLst/>
          </a:prstGeom>
          <a:ln w="0">
            <a:noFill/>
          </a:ln>
        </p:spPr>
      </p:pic>
    </p:spTree>
  </p:cSld>
  <mc:AlternateContent>
    <mc:Choice Requires="p14">
      <p:transition spd="slow" p14:dur="2000"/>
    </mc:Choice>
    <mc:Fallback>
      <p:transition spd="slow"/>
    </mc:Fallback>
  </mc:AlternateContent>
</p:sld>
</file>

<file path=ppt/slides/slide3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8" name="Diagram8"/>
          <p:cNvGraphicFramePr/>
          <p:nvPr>
            <p:extLst>
              <p:ext uri="{D42A27DB-BD31-4B8C-83A1-F6EECF244321}">
                <p14:modId xmlns:p14="http://schemas.microsoft.com/office/powerpoint/2010/main" val="3638642745"/>
              </p:ext>
            </p:extLst>
          </p:nvPr>
        </p:nvGraphicFramePr>
        <p:xfrm>
          <a:off x="1637640" y="226800"/>
          <a:ext cx="6804000" cy="944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07" name="PlaceHolder 1"/>
          <p:cNvSpPr>
            <a:spLocks noGrp="1"/>
          </p:cNvSpPr>
          <p:nvPr>
            <p:ph/>
          </p:nvPr>
        </p:nvSpPr>
        <p:spPr>
          <a:xfrm>
            <a:off x="503640" y="1326240"/>
            <a:ext cx="9070920" cy="3287880"/>
          </a:xfrm>
          <a:prstGeom prst="rect">
            <a:avLst/>
          </a:prstGeom>
          <a:noFill/>
          <a:ln w="0">
            <a:noFill/>
          </a:ln>
        </p:spPr>
        <p:txBody>
          <a:bodyPr lIns="0" rIns="0" tIns="0" bIns="0" anchor="t">
            <a:normAutofit fontScale="82000"/>
          </a:bodyPr>
          <a:p>
            <a:pPr marL="228600" indent="-228600">
              <a:lnSpc>
                <a:spcPct val="90000"/>
              </a:lnSpc>
              <a:spcBef>
                <a:spcPts val="1001"/>
              </a:spcBef>
              <a:buClr>
                <a:srgbClr val="000000"/>
              </a:buClr>
              <a:buFont typeface="Arial"/>
              <a:buChar char="•"/>
            </a:pPr>
            <a:r>
              <a:rPr b="0" lang="ru-RU" sz="2800" spc="-1" strike="noStrike">
                <a:solidFill>
                  <a:srgbClr val="000000"/>
                </a:solidFill>
                <a:latin typeface="Arial"/>
                <a:ea typeface="DejaVu Sans"/>
              </a:rPr>
              <a:t>Необходимо объединять группы схожих объектов и управлять ими.</a:t>
            </a:r>
            <a:endParaRPr b="0" lang="ru-RU" sz="2800" spc="-1" strike="noStrike">
              <a:solidFill>
                <a:srgbClr val="000000"/>
              </a:solidFill>
              <a:latin typeface="Arial"/>
            </a:endParaRPr>
          </a:p>
          <a:p>
            <a:pPr marL="228600" indent="-228600">
              <a:lnSpc>
                <a:spcPct val="90000"/>
              </a:lnSpc>
              <a:spcBef>
                <a:spcPts val="1001"/>
              </a:spcBef>
              <a:buClr>
                <a:srgbClr val="000000"/>
              </a:buClr>
              <a:buFont typeface="Arial"/>
              <a:buChar char="•"/>
            </a:pPr>
            <a:r>
              <a:rPr b="0" lang="ru-RU" sz="2800" spc="-1" strike="noStrike">
                <a:solidFill>
                  <a:srgbClr val="000000"/>
                </a:solidFill>
                <a:latin typeface="Arial"/>
                <a:ea typeface="DejaVu Sans"/>
              </a:rPr>
              <a:t>Объекты могут быть как примитивными (элементарными), так и составными (сложными). Составной объект может включать в себя коллекции других объектов, образуя сложные древовидные структуры. Пример: директория файловой системы состоит из элементов, каждый их которых также может быть директорией.</a:t>
            </a:r>
            <a:endParaRPr b="0" lang="ru-RU" sz="2800" spc="-1" strike="noStrike">
              <a:solidFill>
                <a:srgbClr val="000000"/>
              </a:solidFill>
              <a:latin typeface="Arial"/>
            </a:endParaRPr>
          </a:p>
          <a:p>
            <a:pPr marL="228600" indent="-228600">
              <a:lnSpc>
                <a:spcPct val="90000"/>
              </a:lnSpc>
              <a:spcBef>
                <a:spcPts val="1001"/>
              </a:spcBef>
              <a:buClr>
                <a:srgbClr val="000000"/>
              </a:buClr>
              <a:buFont typeface="Arial"/>
              <a:buChar char="•"/>
            </a:pPr>
            <a:r>
              <a:rPr b="0" lang="ru-RU" sz="2800" spc="-1" strike="noStrike">
                <a:solidFill>
                  <a:srgbClr val="000000"/>
                </a:solidFill>
                <a:latin typeface="Arial"/>
                <a:ea typeface="DejaVu Sans"/>
              </a:rPr>
              <a:t>Код клиента работает с примитивными и составными объектами единообразно.</a:t>
            </a:r>
            <a:endParaRPr b="0" lang="ru-RU" sz="28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08" name="PlaceHolder 1"/>
          <p:cNvSpPr>
            <a:spLocks noGrp="1"/>
          </p:cNvSpPr>
          <p:nvPr>
            <p:ph type="title"/>
          </p:nvPr>
        </p:nvSpPr>
        <p:spPr>
          <a:xfrm>
            <a:off x="503640" y="225720"/>
            <a:ext cx="9070920" cy="946080"/>
          </a:xfrm>
          <a:prstGeom prst="rect">
            <a:avLst/>
          </a:prstGeom>
          <a:noFill/>
          <a:ln w="0">
            <a:noFill/>
          </a:ln>
        </p:spPr>
        <p:txBody>
          <a:bodyPr lIns="0" rIns="0" tIns="0" bIns="0" anchor="ctr">
            <a:noAutofit/>
          </a:bodyPr>
          <a:p>
            <a:pPr>
              <a:lnSpc>
                <a:spcPct val="90000"/>
              </a:lnSpc>
              <a:buNone/>
            </a:pPr>
            <a:r>
              <a:rPr b="0" lang="ru-RU" sz="4400" spc="-1" strike="noStrike">
                <a:solidFill>
                  <a:srgbClr val="000000"/>
                </a:solidFill>
                <a:latin typeface="Arial"/>
                <a:ea typeface="DejaVu Sans"/>
              </a:rPr>
              <a:t>Компоновщик</a:t>
            </a:r>
            <a:endParaRPr b="0" lang="ru-RU" sz="4400" spc="-1" strike="noStrike">
              <a:solidFill>
                <a:srgbClr val="000000"/>
              </a:solidFill>
              <a:latin typeface="Arial"/>
            </a:endParaRPr>
          </a:p>
        </p:txBody>
      </p:sp>
      <p:pic>
        <p:nvPicPr>
          <p:cNvPr id="509" name="Рисунок 3" descr=""/>
          <p:cNvPicPr/>
          <p:nvPr/>
        </p:nvPicPr>
        <p:blipFill>
          <a:blip r:embed="rId1"/>
          <a:stretch/>
        </p:blipFill>
        <p:spPr>
          <a:xfrm>
            <a:off x="2519640" y="933480"/>
            <a:ext cx="4704840" cy="4558680"/>
          </a:xfrm>
          <a:prstGeom prst="rect">
            <a:avLst/>
          </a:prstGeom>
          <a:ln w="0">
            <a:noFill/>
          </a:ln>
        </p:spPr>
      </p:pic>
      <p:sp>
        <p:nvSpPr>
          <p:cNvPr id="3" name="PlaceHolder 2"/>
          <p:cNvSpPr>
            <a:spLocks noGrp="1"/>
          </p:cNvSpPr>
          <p:nvPr>
            <p:ph type="sldNum" idx="3"/>
          </p:nvPr>
        </p:nvSpPr>
        <p:spPr/>
        <p:txBody>
          <a:bodyPr/>
          <a:p>
            <a:fld id="{8F8E8930-9220-402D-B877-C00B9135EE20}" type="slidenum">
              <a:t>35</a:t>
            </a:fld>
          </a:p>
        </p:txBody>
      </p:sp>
    </p:spTree>
  </p:cSld>
  <mc:AlternateContent>
    <mc:Choice Requires="p14">
      <p:transition spd="slow" p14:dur="1600"/>
    </mc:Choice>
    <mc:Fallback>
      <p:transition spd="slow"/>
    </mc:Fallback>
  </mc:AlternateContent>
</p:sld>
</file>

<file path=ppt/slides/slide3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0" name="Picture 5" descr=""/>
          <p:cNvPicPr/>
          <p:nvPr/>
        </p:nvPicPr>
        <p:blipFill>
          <a:blip r:embed="rId1"/>
          <a:stretch/>
        </p:blipFill>
        <p:spPr>
          <a:xfrm>
            <a:off x="1636560" y="566640"/>
            <a:ext cx="6804720" cy="4534920"/>
          </a:xfrm>
          <a:prstGeom prst="rect">
            <a:avLst/>
          </a:prstGeom>
          <a:ln w="0">
            <a:noFill/>
          </a:ln>
        </p:spPr>
      </p:pic>
    </p:spTree>
  </p:cSld>
  <mc:AlternateContent>
    <mc:Choice Requires="p14">
      <p:transition spd="slow" p14:dur="2000"/>
    </mc:Choice>
    <mc:Fallback>
      <p:transition spd="slow"/>
    </mc:Fallback>
  </mc:AlternateContent>
</p:sld>
</file>

<file path=ppt/slides/slide3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1" name="Rectangle 2"/>
          <p:cNvSpPr txBox="1"/>
          <p:nvPr/>
        </p:nvSpPr>
        <p:spPr>
          <a:xfrm>
            <a:off x="398160" y="93600"/>
            <a:ext cx="8426880" cy="1245960"/>
          </a:xfrm>
          <a:prstGeom prst="rect">
            <a:avLst/>
          </a:prstGeom>
          <a:noFill/>
          <a:ln w="9360">
            <a:noFill/>
          </a:ln>
        </p:spPr>
        <p:txBody>
          <a:bodyPr numCol="1" spcCol="0" anchor="ctr">
            <a:noAutofit/>
          </a:bodyPr>
          <a:p>
            <a:pPr>
              <a:lnSpc>
                <a:spcPct val="100000"/>
              </a:lnSpc>
              <a:buNone/>
            </a:pPr>
            <a:r>
              <a:rPr b="1" lang="en-US" sz="4400" spc="-1" strike="noStrike">
                <a:solidFill>
                  <a:srgbClr val="000000"/>
                </a:solidFill>
                <a:latin typeface="Arial"/>
              </a:rPr>
              <a:t>Proxy</a:t>
            </a:r>
            <a:endParaRPr b="0" lang="ru-RU" sz="4400" spc="-1" strike="noStrike">
              <a:solidFill>
                <a:srgbClr val="000000"/>
              </a:solidFill>
              <a:latin typeface="Arial"/>
            </a:endParaRPr>
          </a:p>
        </p:txBody>
      </p:sp>
      <p:sp>
        <p:nvSpPr>
          <p:cNvPr id="512" name="Rectangle 3"/>
          <p:cNvSpPr txBox="1"/>
          <p:nvPr/>
        </p:nvSpPr>
        <p:spPr>
          <a:xfrm>
            <a:off x="398160" y="1585800"/>
            <a:ext cx="8426880" cy="4084200"/>
          </a:xfrm>
          <a:prstGeom prst="rect">
            <a:avLst/>
          </a:prstGeom>
          <a:noFill/>
          <a:ln w="9360">
            <a:noFill/>
          </a:ln>
        </p:spPr>
        <p:txBody>
          <a:bodyPr numCol="1" spcCol="0" anchor="ctr">
            <a:normAutofit fontScale="82000"/>
          </a:bodyPr>
          <a:p>
            <a:pPr marL="343080" indent="-343080">
              <a:lnSpc>
                <a:spcPct val="90000"/>
              </a:lnSpc>
              <a:spcBef>
                <a:spcPts val="2001"/>
              </a:spcBef>
              <a:buClr>
                <a:srgbClr val="243a79"/>
              </a:buClr>
              <a:buSzPct val="75000"/>
              <a:buFont typeface="Wingdings" charset="2"/>
              <a:buChar char=""/>
            </a:pPr>
            <a:r>
              <a:rPr b="0" lang="ru-RU" sz="3200" spc="-1" strike="noStrike">
                <a:solidFill>
                  <a:srgbClr val="385bbe"/>
                </a:solidFill>
                <a:latin typeface="Arial"/>
              </a:rPr>
              <a:t>Название и классификация</a:t>
            </a:r>
            <a:br>
              <a:rPr sz="3200"/>
            </a:br>
            <a:r>
              <a:rPr b="0" lang="ru-RU" sz="3200" spc="-1" strike="noStrike">
                <a:solidFill>
                  <a:srgbClr val="000000"/>
                </a:solidFill>
                <a:latin typeface="Arial"/>
              </a:rPr>
              <a:t>Заместитель – паттерн, структурирующий объекты</a:t>
            </a:r>
            <a:endParaRPr b="0" lang="ru-RU" sz="3200" spc="-1" strike="noStrike">
              <a:solidFill>
                <a:srgbClr val="000000"/>
              </a:solidFill>
              <a:latin typeface="Arial"/>
            </a:endParaRPr>
          </a:p>
          <a:p>
            <a:pPr marL="343080" indent="-343080">
              <a:lnSpc>
                <a:spcPct val="90000"/>
              </a:lnSpc>
              <a:spcBef>
                <a:spcPts val="2001"/>
              </a:spcBef>
              <a:buClr>
                <a:srgbClr val="243a79"/>
              </a:buClr>
              <a:buSzPct val="75000"/>
              <a:buFont typeface="Wingdings" charset="2"/>
              <a:buChar char=""/>
            </a:pPr>
            <a:r>
              <a:rPr b="0" lang="ru-RU" sz="3200" spc="-1" strike="noStrike">
                <a:solidFill>
                  <a:srgbClr val="385bbe"/>
                </a:solidFill>
                <a:latin typeface="Arial"/>
              </a:rPr>
              <a:t>Назначение</a:t>
            </a:r>
            <a:br>
              <a:rPr sz="3200"/>
            </a:br>
            <a:r>
              <a:rPr b="0" lang="ru-RU" sz="3200" spc="-1" strike="noStrike">
                <a:solidFill>
                  <a:srgbClr val="000000"/>
                </a:solidFill>
                <a:latin typeface="Arial"/>
              </a:rPr>
              <a:t>Является суррогатом </a:t>
            </a:r>
            <a:br>
              <a:rPr sz="3200"/>
            </a:br>
            <a:r>
              <a:rPr b="0" lang="ru-RU" sz="3200" spc="-1" strike="noStrike">
                <a:solidFill>
                  <a:srgbClr val="000000"/>
                </a:solidFill>
                <a:latin typeface="Arial"/>
              </a:rPr>
              <a:t>другого объекта </a:t>
            </a:r>
            <a:br>
              <a:rPr sz="3200"/>
            </a:br>
            <a:r>
              <a:rPr b="0" lang="ru-RU" sz="3200" spc="-1" strike="noStrike">
                <a:solidFill>
                  <a:srgbClr val="000000"/>
                </a:solidFill>
                <a:latin typeface="Arial"/>
              </a:rPr>
              <a:t>и контролирует доступ </a:t>
            </a:r>
            <a:br>
              <a:rPr sz="3200"/>
            </a:br>
            <a:r>
              <a:rPr b="0" lang="ru-RU" sz="3200" spc="-1" strike="noStrike">
                <a:solidFill>
                  <a:srgbClr val="000000"/>
                </a:solidFill>
                <a:latin typeface="Arial"/>
              </a:rPr>
              <a:t>к нему</a:t>
            </a:r>
            <a:endParaRPr b="0" lang="ru-RU" sz="3200" spc="-1" strike="noStrike">
              <a:solidFill>
                <a:srgbClr val="000000"/>
              </a:solidFill>
              <a:latin typeface="Arial"/>
            </a:endParaRPr>
          </a:p>
          <a:p>
            <a:pPr marL="343080" indent="-343080">
              <a:lnSpc>
                <a:spcPct val="90000"/>
              </a:lnSpc>
              <a:spcBef>
                <a:spcPts val="2001"/>
              </a:spcBef>
              <a:buClr>
                <a:srgbClr val="243a79"/>
              </a:buClr>
              <a:buSzPct val="75000"/>
              <a:buFont typeface="Wingdings" charset="2"/>
              <a:buChar char=""/>
            </a:pPr>
            <a:r>
              <a:rPr b="0" lang="ru-RU" sz="3200" spc="-1" strike="noStrike">
                <a:solidFill>
                  <a:srgbClr val="385bbe"/>
                </a:solidFill>
                <a:latin typeface="Arial"/>
              </a:rPr>
              <a:t>Известен также под именем</a:t>
            </a:r>
            <a:br>
              <a:rPr sz="3200"/>
            </a:br>
            <a:r>
              <a:rPr b="0" lang="ru-RU" sz="3200" spc="-1" strike="noStrike">
                <a:solidFill>
                  <a:srgbClr val="000000"/>
                </a:solidFill>
                <a:latin typeface="Arial"/>
              </a:rPr>
              <a:t>Surrogate</a:t>
            </a:r>
            <a:endParaRPr b="0" lang="ru-RU" sz="3200" spc="-1" strike="noStrike">
              <a:solidFill>
                <a:srgbClr val="000000"/>
              </a:solidFill>
              <a:latin typeface="Arial"/>
            </a:endParaRPr>
          </a:p>
        </p:txBody>
      </p:sp>
      <p:pic>
        <p:nvPicPr>
          <p:cNvPr id="513" name="Рисунок 4" descr=""/>
          <p:cNvPicPr/>
          <p:nvPr/>
        </p:nvPicPr>
        <p:blipFill>
          <a:blip r:embed="rId1"/>
          <a:stretch/>
        </p:blipFill>
        <p:spPr>
          <a:xfrm>
            <a:off x="6038280" y="2694960"/>
            <a:ext cx="2961720" cy="2813400"/>
          </a:xfrm>
          <a:prstGeom prst="rect">
            <a:avLst/>
          </a:prstGeom>
          <a:ln w="0">
            <a:noFill/>
          </a:ln>
        </p:spPr>
      </p:pic>
    </p:spTree>
  </p:cSld>
  <mc:AlternateContent>
    <mc:Choice Requires="p14">
      <p:transition spd="slow" p14:dur="2000"/>
    </mc:Choice>
    <mc:Fallback>
      <p:transition spd="slow"/>
    </mc:Fallback>
  </mc:AlternateContent>
</p:sld>
</file>

<file path=ppt/slides/slide3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4" name="" descr=""/>
          <p:cNvPicPr/>
          <p:nvPr/>
        </p:nvPicPr>
        <p:blipFill>
          <a:blip r:embed="rId1"/>
          <a:stretch/>
        </p:blipFill>
        <p:spPr>
          <a:xfrm>
            <a:off x="640440" y="22320"/>
            <a:ext cx="8857440" cy="5669640"/>
          </a:xfrm>
          <a:prstGeom prst="rect">
            <a:avLst/>
          </a:prstGeom>
          <a:ln w="18000">
            <a:noFill/>
          </a:ln>
        </p:spPr>
      </p:pic>
    </p:spTree>
  </p:cSld>
  <mc:AlternateContent>
    <mc:Choice Requires="p14">
      <p:transition spd="slow" p14:dur="2000"/>
    </mc:Choice>
    <mc:Fallback>
      <p:transition spd="slow"/>
    </mc:Fallback>
  </mc:AlternateContent>
</p:sld>
</file>

<file path=ppt/slides/slide3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5" name="" descr=""/>
          <p:cNvPicPr/>
          <p:nvPr/>
        </p:nvPicPr>
        <p:blipFill>
          <a:blip r:embed="rId1"/>
          <a:stretch/>
        </p:blipFill>
        <p:spPr>
          <a:xfrm>
            <a:off x="640440" y="22320"/>
            <a:ext cx="8857440" cy="5669640"/>
          </a:xfrm>
          <a:prstGeom prst="rect">
            <a:avLst/>
          </a:prstGeom>
          <a:ln w="18000">
            <a:noFill/>
          </a:ln>
        </p:spPr>
      </p:pic>
    </p:spTree>
  </p:cSld>
  <mc:AlternateContent>
    <mc:Choice Requires="p14">
      <p:transition spd="slow" p14:dur="2000"/>
    </mc:Choice>
    <mc:Fallback>
      <p:transition spd="slow"/>
    </mc:Fallback>
  </mc:AlternateContent>
</p:sld>
</file>

<file path=ppt/slides/slide4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6" name="" descr=""/>
          <p:cNvPicPr/>
          <p:nvPr/>
        </p:nvPicPr>
        <p:blipFill>
          <a:blip r:embed="rId1"/>
          <a:stretch/>
        </p:blipFill>
        <p:spPr>
          <a:xfrm>
            <a:off x="640440" y="22320"/>
            <a:ext cx="8857440" cy="5669640"/>
          </a:xfrm>
          <a:prstGeom prst="rect">
            <a:avLst/>
          </a:prstGeom>
          <a:ln w="18000">
            <a:noFill/>
          </a:ln>
        </p:spPr>
      </p:pic>
    </p:spTree>
  </p:cSld>
  <mc:AlternateContent>
    <mc:Choice Requires="p14">
      <p:transition spd="slow" p14:dur="2000"/>
    </mc:Choice>
    <mc:Fallback>
      <p:transition spd="slow"/>
    </mc:Fallback>
  </mc:AlternateContent>
</p:sld>
</file>

<file path=ppt/slides/slide4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17" name="" descr=""/>
          <p:cNvPicPr/>
          <p:nvPr/>
        </p:nvPicPr>
        <p:blipFill>
          <a:blip r:embed="rId1"/>
          <a:stretch/>
        </p:blipFill>
        <p:spPr>
          <a:xfrm>
            <a:off x="640440" y="22320"/>
            <a:ext cx="8857440" cy="5669640"/>
          </a:xfrm>
          <a:prstGeom prst="rect">
            <a:avLst/>
          </a:prstGeom>
          <a:ln w="18000">
            <a:noFill/>
          </a:ln>
        </p:spPr>
      </p:pic>
    </p:spTree>
  </p:cSld>
  <mc:AlternateContent>
    <mc:Choice Requires="p14">
      <p:transition spd="slow" p14:dur="2000"/>
    </mc:Choice>
    <mc:Fallback>
      <p:transition spd="slow"/>
    </mc:Fallback>
  </mc:AlternateContent>
</p:sld>
</file>

<file path=ppt/slides/slide4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mc:AlternateContent>
    <mc:Choice Requires="p14">
      <p:transition spd="slow" p14:dur="2000"/>
    </mc:Choice>
    <mc:Fallback>
      <p:transition spd="slow"/>
    </mc:Fallback>
  </mc:AlternateContent>
</p:sld>
</file>

<file path=ppt/slides/slide4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8" name="PlaceHolder 1"/>
          <p:cNvSpPr>
            <a:spLocks noGrp="1"/>
          </p:cNvSpPr>
          <p:nvPr>
            <p:ph type="title"/>
          </p:nvPr>
        </p:nvSpPr>
        <p:spPr>
          <a:xfrm>
            <a:off x="504000" y="226800"/>
            <a:ext cx="9071640" cy="944640"/>
          </a:xfrm>
          <a:prstGeom prst="rect">
            <a:avLst/>
          </a:prstGeom>
          <a:noFill/>
          <a:ln w="0">
            <a:noFill/>
          </a:ln>
        </p:spPr>
        <p:txBody>
          <a:bodyPr anchor="ctr">
            <a:noAutofit/>
          </a:bodyPr>
          <a:p>
            <a:pPr algn="ctr">
              <a:lnSpc>
                <a:spcPct val="100000"/>
              </a:lnSpc>
              <a:buNone/>
            </a:pPr>
            <a:r>
              <a:rPr b="0" lang="ru-RU" sz="4400" spc="-1" strike="noStrike">
                <a:solidFill>
                  <a:srgbClr val="000000"/>
                </a:solidFill>
                <a:latin typeface="Calibri"/>
              </a:rPr>
              <a:t>Фасад</a:t>
            </a:r>
            <a:endParaRPr b="0" lang="ru-RU" sz="4400" spc="-1" strike="noStrike">
              <a:solidFill>
                <a:srgbClr val="000000"/>
              </a:solidFill>
              <a:latin typeface="Calibri"/>
            </a:endParaRPr>
          </a:p>
        </p:txBody>
      </p:sp>
      <p:sp>
        <p:nvSpPr>
          <p:cNvPr id="519" name="PlaceHolder 2"/>
          <p:cNvSpPr>
            <a:spLocks noGrp="1"/>
          </p:cNvSpPr>
          <p:nvPr>
            <p:ph/>
          </p:nvPr>
        </p:nvSpPr>
        <p:spPr>
          <a:xfrm>
            <a:off x="197280" y="1352880"/>
            <a:ext cx="9678960" cy="3803040"/>
          </a:xfrm>
          <a:prstGeom prst="rect">
            <a:avLst/>
          </a:prstGeom>
          <a:noFill/>
          <a:ln w="0">
            <a:noFill/>
          </a:ln>
        </p:spPr>
        <p:txBody>
          <a:bodyPr anchor="ctr">
            <a:normAutofit fontScale="99000"/>
          </a:bodyPr>
          <a:p>
            <a:pPr marL="343080" indent="-343080">
              <a:lnSpc>
                <a:spcPct val="85000"/>
              </a:lnSpc>
              <a:spcBef>
                <a:spcPts val="561"/>
              </a:spcBef>
              <a:buClr>
                <a:srgbClr val="4f81bd"/>
              </a:buClr>
              <a:buFont typeface="Arial"/>
              <a:buChar char="•"/>
            </a:pPr>
            <a:r>
              <a:rPr b="0" lang="ru-RU" sz="2800" spc="-1" strike="noStrike">
                <a:solidFill>
                  <a:srgbClr val="4f81bd"/>
                </a:solidFill>
                <a:latin typeface="Calibri"/>
              </a:rPr>
              <a:t>Название и классификация</a:t>
            </a:r>
            <a:br>
              <a:rPr sz="2800"/>
            </a:br>
            <a:r>
              <a:rPr b="0" lang="ru-RU" sz="2400" spc="-1" strike="noStrike">
                <a:solidFill>
                  <a:srgbClr val="000000"/>
                </a:solidFill>
                <a:latin typeface="Calibri"/>
              </a:rPr>
              <a:t>Фасад – паттерн, обеспечивающий структуру объектов</a:t>
            </a:r>
            <a:endParaRPr b="0" lang="ru-RU" sz="2400" spc="-1" strike="noStrike">
              <a:solidFill>
                <a:srgbClr val="000000"/>
              </a:solidFill>
              <a:latin typeface="Calibri"/>
            </a:endParaRPr>
          </a:p>
          <a:p>
            <a:pPr marL="343080" indent="-343080">
              <a:lnSpc>
                <a:spcPct val="85000"/>
              </a:lnSpc>
              <a:spcBef>
                <a:spcPts val="1199"/>
              </a:spcBef>
              <a:buClr>
                <a:srgbClr val="4f81bd"/>
              </a:buClr>
              <a:buFont typeface="Arial"/>
              <a:buChar char="•"/>
            </a:pPr>
            <a:r>
              <a:rPr b="0" lang="ru-RU" sz="2800" spc="-1" strike="noStrike">
                <a:solidFill>
                  <a:srgbClr val="4f81bd"/>
                </a:solidFill>
                <a:latin typeface="Calibri"/>
              </a:rPr>
              <a:t>Назначение</a:t>
            </a:r>
            <a:br>
              <a:rPr sz="2800"/>
            </a:br>
            <a:r>
              <a:rPr b="0" lang="ru-RU" sz="2800" spc="-1" strike="noStrike">
                <a:solidFill>
                  <a:srgbClr val="4f81bd"/>
                </a:solidFill>
                <a:latin typeface="Calibri"/>
              </a:rPr>
              <a:t>П</a:t>
            </a:r>
            <a:r>
              <a:rPr b="0" lang="ru-RU" sz="2400" spc="-1" strike="noStrike">
                <a:solidFill>
                  <a:srgbClr val="000000"/>
                </a:solidFill>
                <a:latin typeface="Calibri"/>
              </a:rPr>
              <a:t>редоставляет простой интерфейс к сложной системе классов, библиотеке или фреймворку.</a:t>
            </a:r>
            <a:endParaRPr b="0" lang="ru-RU" sz="2400" spc="-1" strike="noStrike">
              <a:solidFill>
                <a:srgbClr val="000000"/>
              </a:solidFill>
              <a:latin typeface="Calibri"/>
            </a:endParaRPr>
          </a:p>
          <a:p>
            <a:pPr marL="343080" indent="-343080">
              <a:lnSpc>
                <a:spcPct val="85000"/>
              </a:lnSpc>
              <a:spcBef>
                <a:spcPts val="1199"/>
              </a:spcBef>
              <a:buClr>
                <a:srgbClr val="4f81bd"/>
              </a:buClr>
              <a:buFont typeface="Arial"/>
              <a:buChar char="•"/>
            </a:pPr>
            <a:r>
              <a:rPr b="0" lang="ru-RU" sz="2800" spc="-1" strike="noStrike">
                <a:solidFill>
                  <a:srgbClr val="4f81bd"/>
                </a:solidFill>
                <a:latin typeface="Calibri"/>
              </a:rPr>
              <a:t>Применимость</a:t>
            </a:r>
            <a:endParaRPr b="0" lang="ru-RU" sz="2800" spc="-1" strike="noStrike">
              <a:solidFill>
                <a:srgbClr val="000000"/>
              </a:solidFill>
              <a:latin typeface="Calibri"/>
            </a:endParaRPr>
          </a:p>
          <a:p>
            <a:pPr lvl="1" marL="743040" indent="-285840">
              <a:lnSpc>
                <a:spcPct val="85000"/>
              </a:lnSpc>
              <a:spcBef>
                <a:spcPts val="479"/>
              </a:spcBef>
              <a:buClr>
                <a:srgbClr val="000000"/>
              </a:buClr>
              <a:buFont typeface="Arial"/>
              <a:buChar char="–"/>
            </a:pPr>
            <a:r>
              <a:rPr b="1" lang="ru-RU" sz="2400" spc="-1" strike="noStrike">
                <a:solidFill>
                  <a:srgbClr val="000000"/>
                </a:solidFill>
                <a:latin typeface="Calibri"/>
              </a:rPr>
              <a:t>Когда вам нужно представить простой или урезанный интерфейс к сложной подсистеме</a:t>
            </a:r>
            <a:endParaRPr b="0" lang="ru-RU" sz="2400" spc="-1" strike="noStrike">
              <a:solidFill>
                <a:srgbClr val="000000"/>
              </a:solidFill>
              <a:latin typeface="Calibri"/>
            </a:endParaRPr>
          </a:p>
          <a:p>
            <a:pPr lvl="1" marL="743040" indent="-285840">
              <a:lnSpc>
                <a:spcPct val="85000"/>
              </a:lnSpc>
              <a:spcBef>
                <a:spcPts val="479"/>
              </a:spcBef>
              <a:buClr>
                <a:srgbClr val="000000"/>
              </a:buClr>
              <a:buFont typeface="Arial"/>
              <a:buChar char="–"/>
            </a:pPr>
            <a:r>
              <a:rPr b="1" lang="ru-RU" sz="2400" spc="-1" strike="noStrike">
                <a:solidFill>
                  <a:srgbClr val="000000"/>
                </a:solidFill>
                <a:latin typeface="Calibri"/>
              </a:rPr>
              <a:t>Когда вы хотите разложить подсистему на отдельные слои</a:t>
            </a:r>
            <a:endParaRPr b="0" lang="ru-RU" sz="2400" spc="-1" strike="noStrike">
              <a:solidFill>
                <a:srgbClr val="000000"/>
              </a:solidFill>
              <a:latin typeface="Calibri"/>
            </a:endParaRPr>
          </a:p>
        </p:txBody>
      </p:sp>
      <p:sp>
        <p:nvSpPr>
          <p:cNvPr id="4" name="PlaceHolder 3"/>
          <p:cNvSpPr>
            <a:spLocks noGrp="1"/>
          </p:cNvSpPr>
          <p:nvPr>
            <p:ph type="sldNum" idx="9"/>
          </p:nvPr>
        </p:nvSpPr>
        <p:spPr/>
        <p:txBody>
          <a:bodyPr/>
          <a:p>
            <a:fld id="{BFA8A997-616F-47BB-8A8D-C00F81708C36}" type="slidenum">
              <a:t>43</a:t>
            </a:fld>
          </a:p>
        </p:txBody>
      </p:sp>
    </p:spTree>
  </p:cSld>
  <mc:AlternateContent>
    <mc:Choice Requires="p14">
      <p:transition spd="slow" p14:dur="1600"/>
    </mc:Choice>
    <mc:Fallback>
      <p:transition spd="slow"/>
    </mc:Fallback>
  </mc:AlternateContent>
</p:sld>
</file>

<file path=ppt/slides/slide4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9" name="Diagram9"/>
          <p:cNvGraphicFramePr/>
          <p:nvPr>
            <p:extLst>
              <p:ext uri="{D42A27DB-BD31-4B8C-83A1-F6EECF244321}">
                <p14:modId xmlns:p14="http://schemas.microsoft.com/office/powerpoint/2010/main" val="1992762645"/>
              </p:ext>
            </p:extLst>
          </p:nvPr>
        </p:nvGraphicFramePr>
        <p:xfrm>
          <a:off x="504000" y="226800"/>
          <a:ext cx="9071640" cy="944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20" name="PlaceHolder 1"/>
          <p:cNvSpPr>
            <a:spLocks noGrp="1"/>
          </p:cNvSpPr>
          <p:nvPr>
            <p:ph/>
          </p:nvPr>
        </p:nvSpPr>
        <p:spPr>
          <a:xfrm>
            <a:off x="504000" y="1323000"/>
            <a:ext cx="9071640" cy="3741480"/>
          </a:xfrm>
          <a:prstGeom prst="rect">
            <a:avLst/>
          </a:prstGeom>
          <a:noFill/>
          <a:ln w="0">
            <a:noFill/>
          </a:ln>
        </p:spPr>
        <p:txBody>
          <a:bodyPr anchor="t">
            <a:noAutofit/>
          </a:bodyPr>
          <a:p>
            <a:pPr>
              <a:lnSpc>
                <a:spcPct val="100000"/>
              </a:lnSpc>
              <a:spcBef>
                <a:spcPts val="641"/>
              </a:spcBef>
              <a:buNone/>
              <a:tabLst>
                <a:tab algn="l" pos="0"/>
              </a:tabLst>
            </a:pPr>
            <a:r>
              <a:rPr b="0" lang="ru-RU" sz="3200" spc="-1" strike="noStrike">
                <a:solidFill>
                  <a:srgbClr val="000000"/>
                </a:solidFill>
                <a:latin typeface="Calibri"/>
              </a:rPr>
              <a:t>Как обеспечить унифицированный интерфейс с набором разрозненных реализаций или интерфейсов, например, с подсистемой, если нежелательно высокое связывание с этой подсистемой или реализация подсистемы может измениться?</a:t>
            </a:r>
            <a:endParaRPr b="0" lang="ru-RU"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0" name="Diagram10"/>
          <p:cNvGraphicFramePr/>
          <p:nvPr>
            <p:extLst>
              <p:ext uri="{D42A27DB-BD31-4B8C-83A1-F6EECF244321}">
                <p14:modId xmlns:p14="http://schemas.microsoft.com/office/powerpoint/2010/main" val="210515592"/>
              </p:ext>
            </p:extLst>
          </p:nvPr>
        </p:nvGraphicFramePr>
        <p:xfrm>
          <a:off x="504000" y="226800"/>
          <a:ext cx="9071640" cy="944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21" name="PlaceHolder 1"/>
          <p:cNvSpPr>
            <a:spLocks noGrp="1"/>
          </p:cNvSpPr>
          <p:nvPr>
            <p:ph/>
          </p:nvPr>
        </p:nvSpPr>
        <p:spPr>
          <a:xfrm>
            <a:off x="504000" y="1323000"/>
            <a:ext cx="9071640" cy="3741480"/>
          </a:xfrm>
          <a:prstGeom prst="rect">
            <a:avLst/>
          </a:prstGeom>
          <a:noFill/>
          <a:ln w="0">
            <a:noFill/>
          </a:ln>
        </p:spPr>
        <p:txBody>
          <a:bodyPr anchor="t">
            <a:normAutofit fontScale="81000"/>
          </a:bodyPr>
          <a:p>
            <a:pPr>
              <a:lnSpc>
                <a:spcPct val="100000"/>
              </a:lnSpc>
              <a:spcBef>
                <a:spcPts val="641"/>
              </a:spcBef>
              <a:buNone/>
              <a:tabLst>
                <a:tab algn="l" pos="0"/>
              </a:tabLst>
            </a:pPr>
            <a:r>
              <a:rPr b="0" lang="ru-RU" sz="3200" spc="-1" strike="noStrike">
                <a:solidFill>
                  <a:srgbClr val="000000"/>
                </a:solidFill>
                <a:latin typeface="Calibri"/>
              </a:rPr>
              <a:t>Определить одну точку взаимодействия с подсистемой - фасадный объект, обеспечивающий общий интерфейс с подсистемой и возложить на него обязанность по взаимодействию с ее компонентами. Фасад - это внешний объект, обеспечивающий единственную точку входа для служб подсистемы. Реализация других компонентов подсистемы закрыта и не видна внешним компонентам. </a:t>
            </a:r>
            <a:endParaRPr b="0" lang="ru-RU"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4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1" name="Diagram11"/>
          <p:cNvGraphicFramePr/>
          <p:nvPr>
            <p:extLst>
              <p:ext uri="{D42A27DB-BD31-4B8C-83A1-F6EECF244321}">
                <p14:modId xmlns:p14="http://schemas.microsoft.com/office/powerpoint/2010/main" val="3876724051"/>
              </p:ext>
            </p:extLst>
          </p:nvPr>
        </p:nvGraphicFramePr>
        <p:xfrm>
          <a:off x="504000" y="226800"/>
          <a:ext cx="9071640" cy="944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22" name="PlaceHolder 1"/>
          <p:cNvSpPr>
            <a:spLocks noGrp="1"/>
          </p:cNvSpPr>
          <p:nvPr>
            <p:ph/>
          </p:nvPr>
        </p:nvSpPr>
        <p:spPr>
          <a:xfrm>
            <a:off x="504000" y="1323000"/>
            <a:ext cx="9071640" cy="3741480"/>
          </a:xfrm>
          <a:prstGeom prst="rect">
            <a:avLst/>
          </a:prstGeom>
          <a:noFill/>
          <a:ln w="0">
            <a:noFill/>
          </a:ln>
        </p:spPr>
        <p:txBody>
          <a:bodyPr anchor="t">
            <a:normAutofit/>
          </a:bodyPr>
          <a:p>
            <a:endParaRPr b="0" lang="ru-RU" sz="2640" spc="-1" strike="noStrike">
              <a:solidFill>
                <a:srgbClr val="000000"/>
              </a:solidFill>
              <a:latin typeface="Calibri"/>
            </a:endParaRPr>
          </a:p>
        </p:txBody>
      </p:sp>
      <p:pic>
        <p:nvPicPr>
          <p:cNvPr id="523" name="Picture 20" descr=""/>
          <p:cNvPicPr/>
          <p:nvPr/>
        </p:nvPicPr>
        <p:blipFill>
          <a:blip r:embed="rId6"/>
          <a:stretch/>
        </p:blipFill>
        <p:spPr>
          <a:xfrm>
            <a:off x="515160" y="1311120"/>
            <a:ext cx="6247080" cy="4023720"/>
          </a:xfrm>
          <a:prstGeom prst="rect">
            <a:avLst/>
          </a:prstGeom>
          <a:ln w="0">
            <a:noFill/>
          </a:ln>
        </p:spPr>
      </p:pic>
    </p:spTree>
  </p:cSld>
  <mc:AlternateContent>
    <mc:Choice Requires="p14">
      <p:transition spd="slow" p14:dur="2000"/>
    </mc:Choice>
    <mc:Fallback>
      <p:transition spd="slow"/>
    </mc:Fallback>
  </mc:AlternateContent>
</p:sld>
</file>

<file path=ppt/slides/slide4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4" name="PlaceHolder 1"/>
          <p:cNvSpPr>
            <a:spLocks noGrp="1"/>
          </p:cNvSpPr>
          <p:nvPr>
            <p:ph type="title"/>
          </p:nvPr>
        </p:nvSpPr>
        <p:spPr>
          <a:xfrm>
            <a:off x="504000" y="226800"/>
            <a:ext cx="9071640" cy="944640"/>
          </a:xfrm>
          <a:prstGeom prst="rect">
            <a:avLst/>
          </a:prstGeom>
          <a:noFill/>
          <a:ln w="0">
            <a:noFill/>
          </a:ln>
        </p:spPr>
        <p:txBody>
          <a:bodyPr anchor="ctr">
            <a:noAutofit/>
          </a:bodyPr>
          <a:p>
            <a:pPr algn="ctr">
              <a:lnSpc>
                <a:spcPct val="100000"/>
              </a:lnSpc>
              <a:buNone/>
            </a:pPr>
            <a:r>
              <a:rPr b="0" lang="ru-RU" sz="4400" spc="-1" strike="noStrike">
                <a:solidFill>
                  <a:srgbClr val="000000"/>
                </a:solidFill>
                <a:latin typeface="Calibri"/>
              </a:rPr>
              <a:t>Фасад</a:t>
            </a:r>
            <a:endParaRPr b="0" lang="ru-RU" sz="4400" spc="-1" strike="noStrike">
              <a:solidFill>
                <a:srgbClr val="000000"/>
              </a:solidFill>
              <a:latin typeface="Calibri"/>
            </a:endParaRPr>
          </a:p>
        </p:txBody>
      </p:sp>
      <p:pic>
        <p:nvPicPr>
          <p:cNvPr id="525" name="Picture 21" descr=""/>
          <p:cNvPicPr/>
          <p:nvPr/>
        </p:nvPicPr>
        <p:blipFill>
          <a:blip r:embed="rId1"/>
          <a:stretch/>
        </p:blipFill>
        <p:spPr>
          <a:xfrm>
            <a:off x="493560" y="1227240"/>
            <a:ext cx="9092520" cy="4189320"/>
          </a:xfrm>
          <a:prstGeom prst="rect">
            <a:avLst/>
          </a:prstGeom>
          <a:ln w="0">
            <a:noFill/>
          </a:ln>
        </p:spPr>
      </p:pic>
      <p:sp>
        <p:nvSpPr>
          <p:cNvPr id="3" name="PlaceHolder 2"/>
          <p:cNvSpPr>
            <a:spLocks noGrp="1"/>
          </p:cNvSpPr>
          <p:nvPr>
            <p:ph type="sldNum" idx="9"/>
          </p:nvPr>
        </p:nvSpPr>
        <p:spPr/>
        <p:txBody>
          <a:bodyPr/>
          <a:p>
            <a:fld id="{6310A2EA-9492-438F-914C-9A078BFEFC55}" type="slidenum">
              <a:t>47</a:t>
            </a:fld>
          </a:p>
        </p:txBody>
      </p:sp>
    </p:spTree>
  </p:cSld>
  <mc:AlternateContent>
    <mc:Choice Requires="p14">
      <p:transition spd="slow" p14:dur="1600"/>
    </mc:Choice>
    <mc:Fallback>
      <p:transition spd="slow"/>
    </mc:Fallback>
  </mc:AlternateContent>
</p:sld>
</file>

<file path=ppt/slides/slide4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6" name="PlaceHolder 1"/>
          <p:cNvSpPr>
            <a:spLocks noGrp="1"/>
          </p:cNvSpPr>
          <p:nvPr>
            <p:ph type="title"/>
          </p:nvPr>
        </p:nvSpPr>
        <p:spPr>
          <a:xfrm>
            <a:off x="504000" y="226800"/>
            <a:ext cx="9071640" cy="944640"/>
          </a:xfrm>
          <a:prstGeom prst="rect">
            <a:avLst/>
          </a:prstGeom>
          <a:noFill/>
          <a:ln w="0">
            <a:noFill/>
          </a:ln>
        </p:spPr>
        <p:txBody>
          <a:bodyPr anchor="ctr">
            <a:noAutofit/>
          </a:bodyPr>
          <a:p>
            <a:pPr algn="ctr">
              <a:lnSpc>
                <a:spcPct val="100000"/>
              </a:lnSpc>
              <a:buNone/>
            </a:pPr>
            <a:r>
              <a:rPr b="0" lang="ru-RU" sz="4400" spc="-1" strike="noStrike">
                <a:solidFill>
                  <a:srgbClr val="000000"/>
                </a:solidFill>
                <a:latin typeface="Calibri"/>
              </a:rPr>
              <a:t>Фасад</a:t>
            </a:r>
            <a:endParaRPr b="0" lang="ru-RU" sz="4400" spc="-1" strike="noStrike">
              <a:solidFill>
                <a:srgbClr val="000000"/>
              </a:solidFill>
              <a:latin typeface="Calibri"/>
            </a:endParaRPr>
          </a:p>
        </p:txBody>
      </p:sp>
      <p:pic>
        <p:nvPicPr>
          <p:cNvPr id="527" name="Picture 22" descr=""/>
          <p:cNvPicPr/>
          <p:nvPr/>
        </p:nvPicPr>
        <p:blipFill>
          <a:blip r:embed="rId1"/>
          <a:stretch/>
        </p:blipFill>
        <p:spPr>
          <a:xfrm>
            <a:off x="803160" y="2031480"/>
            <a:ext cx="8473320" cy="1606320"/>
          </a:xfrm>
          <a:prstGeom prst="rect">
            <a:avLst/>
          </a:prstGeom>
          <a:ln w="0">
            <a:noFill/>
          </a:ln>
        </p:spPr>
      </p:pic>
      <p:sp>
        <p:nvSpPr>
          <p:cNvPr id="3" name="PlaceHolder 2"/>
          <p:cNvSpPr>
            <a:spLocks noGrp="1"/>
          </p:cNvSpPr>
          <p:nvPr>
            <p:ph type="sldNum" idx="9"/>
          </p:nvPr>
        </p:nvSpPr>
        <p:spPr/>
        <p:txBody>
          <a:bodyPr/>
          <a:p>
            <a:fld id="{4E1B6CDD-64C5-4C5D-B2DD-F67F9892272A}" type="slidenum">
              <a:t>48</a:t>
            </a:fld>
          </a:p>
        </p:txBody>
      </p:sp>
    </p:spTree>
  </p:cSld>
  <mc:AlternateContent>
    <mc:Choice Requires="p14">
      <p:transition spd="slow" p14:dur="1600"/>
    </mc:Choice>
    <mc:Fallback>
      <p:transition spd="slow"/>
    </mc:Fallback>
  </mc:AlternateContent>
</p:sld>
</file>

<file path=ppt/slides/slide4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28" name="PlaceHolder 1"/>
          <p:cNvSpPr>
            <a:spLocks noGrp="1"/>
          </p:cNvSpPr>
          <p:nvPr>
            <p:ph type="title"/>
          </p:nvPr>
        </p:nvSpPr>
        <p:spPr>
          <a:xfrm>
            <a:off x="504000" y="226800"/>
            <a:ext cx="9071640" cy="944640"/>
          </a:xfrm>
          <a:prstGeom prst="rect">
            <a:avLst/>
          </a:prstGeom>
          <a:noFill/>
          <a:ln w="0">
            <a:noFill/>
          </a:ln>
        </p:spPr>
        <p:txBody>
          <a:bodyPr anchor="ctr">
            <a:noAutofit/>
          </a:bodyPr>
          <a:p>
            <a:pPr algn="ctr">
              <a:lnSpc>
                <a:spcPct val="100000"/>
              </a:lnSpc>
              <a:buNone/>
            </a:pPr>
            <a:r>
              <a:rPr b="0" lang="ru-RU" sz="4400" spc="-1" strike="noStrike">
                <a:solidFill>
                  <a:srgbClr val="000000"/>
                </a:solidFill>
                <a:latin typeface="Calibri"/>
              </a:rPr>
              <a:t>Фасад</a:t>
            </a:r>
            <a:endParaRPr b="0" lang="ru-RU" sz="4400" spc="-1" strike="noStrike">
              <a:solidFill>
                <a:srgbClr val="000000"/>
              </a:solidFill>
              <a:latin typeface="Calibri"/>
            </a:endParaRPr>
          </a:p>
        </p:txBody>
      </p:sp>
      <p:pic>
        <p:nvPicPr>
          <p:cNvPr id="529" name="Picture 23" descr=""/>
          <p:cNvPicPr/>
          <p:nvPr/>
        </p:nvPicPr>
        <p:blipFill>
          <a:blip r:embed="rId1"/>
          <a:stretch/>
        </p:blipFill>
        <p:spPr>
          <a:xfrm>
            <a:off x="2261520" y="976680"/>
            <a:ext cx="5794560" cy="4555080"/>
          </a:xfrm>
          <a:prstGeom prst="rect">
            <a:avLst/>
          </a:prstGeom>
          <a:ln w="0">
            <a:noFill/>
          </a:ln>
        </p:spPr>
      </p:pic>
      <p:sp>
        <p:nvSpPr>
          <p:cNvPr id="3" name="PlaceHolder 2"/>
          <p:cNvSpPr>
            <a:spLocks noGrp="1"/>
          </p:cNvSpPr>
          <p:nvPr>
            <p:ph type="sldNum" idx="9"/>
          </p:nvPr>
        </p:nvSpPr>
        <p:spPr/>
        <p:txBody>
          <a:bodyPr/>
          <a:p>
            <a:fld id="{7E6BCF15-0A6E-4F2B-B499-BE98B4DB463C}" type="slidenum">
              <a:t>49</a:t>
            </a:fld>
          </a:p>
        </p:txBody>
      </p:sp>
    </p:spTree>
  </p:cSld>
  <mc:AlternateContent>
    <mc:Choice Requires="p14">
      <p:transition spd="slow" p14:dur="1600"/>
    </mc:Choice>
    <mc:Fallback>
      <p:transition spd="slow"/>
    </mc:Fallback>
  </mc:AlternateContent>
</p:sld>
</file>

<file path=ppt/slides/slide5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0" name="PlaceHolder 1"/>
          <p:cNvSpPr>
            <a:spLocks noGrp="1"/>
          </p:cNvSpPr>
          <p:nvPr>
            <p:ph type="title"/>
          </p:nvPr>
        </p:nvSpPr>
        <p:spPr>
          <a:xfrm>
            <a:off x="504000" y="226800"/>
            <a:ext cx="9071640" cy="583200"/>
          </a:xfrm>
          <a:prstGeom prst="rect">
            <a:avLst/>
          </a:prstGeom>
          <a:noFill/>
          <a:ln w="0">
            <a:noFill/>
          </a:ln>
        </p:spPr>
        <p:txBody>
          <a:bodyPr anchor="ctr">
            <a:normAutofit fontScale="73000"/>
          </a:bodyPr>
          <a:p>
            <a:pPr algn="ctr">
              <a:lnSpc>
                <a:spcPct val="100000"/>
              </a:lnSpc>
              <a:buNone/>
            </a:pPr>
            <a:r>
              <a:rPr b="0" lang="en-US" sz="4400" spc="-1" strike="noStrike">
                <a:solidFill>
                  <a:srgbClr val="000000"/>
                </a:solidFill>
                <a:latin typeface="Calibri"/>
              </a:rPr>
              <a:t>C</a:t>
            </a:r>
            <a:r>
              <a:rPr b="0" lang="ru-RU" sz="4400" spc="-1" strike="noStrike">
                <a:solidFill>
                  <a:srgbClr val="000000"/>
                </a:solidFill>
                <a:latin typeface="Calibri"/>
              </a:rPr>
              <a:t>остояние</a:t>
            </a:r>
            <a:endParaRPr b="0" lang="ru-RU" sz="4400" spc="-1" strike="noStrike">
              <a:solidFill>
                <a:srgbClr val="000000"/>
              </a:solidFill>
              <a:latin typeface="Calibri"/>
            </a:endParaRPr>
          </a:p>
        </p:txBody>
      </p:sp>
      <p:sp>
        <p:nvSpPr>
          <p:cNvPr id="531" name="Rectangle 9"/>
          <p:cNvSpPr/>
          <p:nvPr/>
        </p:nvSpPr>
        <p:spPr>
          <a:xfrm>
            <a:off x="197280" y="1352880"/>
            <a:ext cx="9678960" cy="3803040"/>
          </a:xfrm>
          <a:prstGeom prst="rect">
            <a:avLst/>
          </a:prstGeom>
          <a:noFill/>
          <a:ln w="0">
            <a:noFill/>
          </a:ln>
        </p:spPr>
        <p:style>
          <a:lnRef idx="0"/>
          <a:fillRef idx="0"/>
          <a:effectRef idx="0"/>
          <a:fontRef idx="minor"/>
        </p:style>
        <p:txBody>
          <a:bodyPr anchor="ctr">
            <a:normAutofit fontScale="60000"/>
          </a:bodyPr>
          <a:p>
            <a:pPr marL="343080" indent="-343080">
              <a:lnSpc>
                <a:spcPct val="85000"/>
              </a:lnSpc>
              <a:spcBef>
                <a:spcPts val="561"/>
              </a:spcBef>
              <a:buClr>
                <a:srgbClr val="4f81bd"/>
              </a:buClr>
              <a:buFont typeface="Arial"/>
              <a:buChar char="•"/>
            </a:pPr>
            <a:r>
              <a:rPr b="0" lang="ru-RU" sz="2800" spc="-1" strike="noStrike">
                <a:solidFill>
                  <a:srgbClr val="4f81bd"/>
                </a:solidFill>
                <a:latin typeface="Calibri"/>
              </a:rPr>
              <a:t>Название и классификация</a:t>
            </a:r>
            <a:br>
              <a:rPr sz="2800"/>
            </a:br>
            <a:r>
              <a:rPr b="0" lang="ru-RU" sz="2400" spc="-1" strike="noStrike">
                <a:solidFill>
                  <a:srgbClr val="000000"/>
                </a:solidFill>
                <a:latin typeface="Calibri"/>
              </a:rPr>
              <a:t>Состояние, </a:t>
            </a:r>
            <a:r>
              <a:rPr b="0" lang="en-US" sz="2400" spc="-1" strike="noStrike">
                <a:solidFill>
                  <a:srgbClr val="000000"/>
                </a:solidFill>
                <a:latin typeface="Calibri"/>
              </a:rPr>
              <a:t>State</a:t>
            </a:r>
            <a:r>
              <a:rPr b="0" lang="ru-RU" sz="2400" spc="-1" strike="noStrike">
                <a:solidFill>
                  <a:srgbClr val="000000"/>
                </a:solidFill>
                <a:latin typeface="Calibri"/>
              </a:rPr>
              <a:t> – паттерн, обеспечивающий поведение объектов</a:t>
            </a:r>
            <a:endParaRPr b="0" lang="ru-RU" sz="2400" spc="-1" strike="noStrike">
              <a:latin typeface="Arial"/>
            </a:endParaRPr>
          </a:p>
          <a:p>
            <a:pPr marL="343080" indent="-343080">
              <a:lnSpc>
                <a:spcPct val="85000"/>
              </a:lnSpc>
              <a:spcBef>
                <a:spcPts val="1199"/>
              </a:spcBef>
              <a:buClr>
                <a:srgbClr val="4f81bd"/>
              </a:buClr>
              <a:buFont typeface="Arial"/>
              <a:buChar char="•"/>
            </a:pPr>
            <a:r>
              <a:rPr b="0" lang="ru-RU" sz="2800" spc="-1" strike="noStrike">
                <a:solidFill>
                  <a:srgbClr val="4f81bd"/>
                </a:solidFill>
                <a:latin typeface="Calibri"/>
              </a:rPr>
              <a:t>Назначение</a:t>
            </a:r>
            <a:br>
              <a:rPr sz="2800"/>
            </a:br>
            <a:r>
              <a:rPr b="0" lang="ru-RU" sz="3200" spc="-1" strike="noStrike">
                <a:solidFill>
                  <a:srgbClr val="000000"/>
                </a:solidFill>
                <a:latin typeface="Calibri"/>
              </a:rPr>
              <a:t>позволяет объектам менять поведение в зависимости от своего состояния. Извне создаётся впечатление, что изменился класс объекта</a:t>
            </a:r>
            <a:r>
              <a:rPr b="0" lang="ru-RU" sz="2400" spc="-1" strike="noStrike">
                <a:solidFill>
                  <a:srgbClr val="000000"/>
                </a:solidFill>
                <a:latin typeface="Calibri"/>
              </a:rPr>
              <a:t>.</a:t>
            </a:r>
            <a:endParaRPr b="0" lang="ru-RU" sz="2400" spc="-1" strike="noStrike">
              <a:latin typeface="Arial"/>
            </a:endParaRPr>
          </a:p>
          <a:p>
            <a:pPr marL="343080" indent="-343080">
              <a:lnSpc>
                <a:spcPct val="85000"/>
              </a:lnSpc>
              <a:spcBef>
                <a:spcPts val="1199"/>
              </a:spcBef>
              <a:buClr>
                <a:srgbClr val="4f81bd"/>
              </a:buClr>
              <a:buFont typeface="Arial"/>
              <a:buChar char="•"/>
            </a:pPr>
            <a:r>
              <a:rPr b="0" lang="ru-RU" sz="2800" spc="-1" strike="noStrike">
                <a:solidFill>
                  <a:srgbClr val="4f81bd"/>
                </a:solidFill>
                <a:latin typeface="Calibri"/>
              </a:rPr>
              <a:t>Применимость</a:t>
            </a:r>
            <a:endParaRPr b="0" lang="ru-RU" sz="2800" spc="-1" strike="noStrike">
              <a:latin typeface="Arial"/>
            </a:endParaRPr>
          </a:p>
          <a:p>
            <a:pPr lvl="1" marL="743040" indent="-285840">
              <a:lnSpc>
                <a:spcPct val="85000"/>
              </a:lnSpc>
              <a:spcBef>
                <a:spcPts val="479"/>
              </a:spcBef>
              <a:buClr>
                <a:srgbClr val="000000"/>
              </a:buClr>
              <a:buFont typeface="Arial"/>
              <a:buChar char="–"/>
            </a:pPr>
            <a:r>
              <a:rPr b="1" lang="ru-RU" sz="2400" spc="-1" strike="noStrike">
                <a:solidFill>
                  <a:srgbClr val="000000"/>
                </a:solidFill>
                <a:latin typeface="Calibri"/>
              </a:rPr>
              <a:t>Когда у вас есть объект, поведение которого кардинально меняется в зависимости от внутреннего состояния, причём типов состояний много, и их код часто меняется</a:t>
            </a:r>
            <a:endParaRPr b="0" lang="ru-RU" sz="2400" spc="-1" strike="noStrike">
              <a:latin typeface="Arial"/>
            </a:endParaRPr>
          </a:p>
          <a:p>
            <a:pPr lvl="1" marL="743040" indent="-285840">
              <a:lnSpc>
                <a:spcPct val="85000"/>
              </a:lnSpc>
              <a:spcBef>
                <a:spcPts val="561"/>
              </a:spcBef>
              <a:buClr>
                <a:srgbClr val="000000"/>
              </a:buClr>
              <a:buFont typeface="Arial"/>
              <a:buChar char="–"/>
            </a:pPr>
            <a:r>
              <a:rPr b="1" lang="ru-RU" sz="2800" spc="-1" strike="noStrike">
                <a:solidFill>
                  <a:srgbClr val="000000"/>
                </a:solidFill>
                <a:latin typeface="Calibri"/>
              </a:rPr>
              <a:t>Когда код класса содержит множество больших, похожих друг на друга, условных операторов, которые выбирают поведения в зависимости от текущих значений полей класса</a:t>
            </a:r>
            <a:endParaRPr b="0" lang="ru-RU" sz="2800" spc="-1" strike="noStrike">
              <a:latin typeface="Arial"/>
            </a:endParaRPr>
          </a:p>
          <a:p>
            <a:pPr lvl="1" marL="743040" indent="-285840">
              <a:lnSpc>
                <a:spcPct val="85000"/>
              </a:lnSpc>
              <a:spcBef>
                <a:spcPts val="561"/>
              </a:spcBef>
              <a:buClr>
                <a:srgbClr val="000000"/>
              </a:buClr>
              <a:buFont typeface="Arial"/>
              <a:buChar char="–"/>
            </a:pPr>
            <a:r>
              <a:rPr b="1" lang="ru-RU" sz="2800" spc="-1" strike="noStrike">
                <a:solidFill>
                  <a:srgbClr val="000000"/>
                </a:solidFill>
                <a:latin typeface="Calibri"/>
              </a:rPr>
              <a:t> </a:t>
            </a:r>
            <a:r>
              <a:rPr b="1" lang="ru-RU" sz="2800" spc="-1" strike="noStrike">
                <a:solidFill>
                  <a:srgbClr val="000000"/>
                </a:solidFill>
                <a:latin typeface="Calibri"/>
              </a:rPr>
              <a:t>Когда вы сознательно используете табличную машину состояний, построенную на условных операторах, но вынуждены мириться с дублированием кода для похожих состояний и переходов</a:t>
            </a:r>
            <a:endParaRPr b="0" lang="ru-RU" sz="2800" spc="-1" strike="noStrike">
              <a:latin typeface="Arial"/>
            </a:endParaRPr>
          </a:p>
        </p:txBody>
      </p:sp>
      <p:sp>
        <p:nvSpPr>
          <p:cNvPr id="3" name="PlaceHolder 2"/>
          <p:cNvSpPr>
            <a:spLocks noGrp="1"/>
          </p:cNvSpPr>
          <p:nvPr>
            <p:ph type="sldNum" idx="9"/>
          </p:nvPr>
        </p:nvSpPr>
        <p:spPr/>
        <p:txBody>
          <a:bodyPr/>
          <a:p>
            <a:fld id="{291A50DF-C571-4C77-A183-4AD554F714FD}" type="slidenum">
              <a:t>50</a:t>
            </a:fld>
          </a:p>
        </p:txBody>
      </p:sp>
    </p:spTree>
  </p:cSld>
  <mc:AlternateContent>
    <mc:Choice Requires="p14">
      <p:transition spd="slow" p14:dur="1600"/>
    </mc:Choice>
    <mc:Fallback>
      <p:transition spd="slow"/>
    </mc:Fallback>
  </mc:AlternateContent>
</p:sld>
</file>

<file path=ppt/slides/slide5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2" name="Diagram12"/>
          <p:cNvGraphicFramePr/>
          <p:nvPr>
            <p:extLst>
              <p:ext uri="{D42A27DB-BD31-4B8C-83A1-F6EECF244321}">
                <p14:modId xmlns:p14="http://schemas.microsoft.com/office/powerpoint/2010/main" val="3623761822"/>
              </p:ext>
            </p:extLst>
          </p:nvPr>
        </p:nvGraphicFramePr>
        <p:xfrm>
          <a:off x="504000" y="226800"/>
          <a:ext cx="9071640" cy="945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32" name="PlaceHolder 1"/>
          <p:cNvSpPr>
            <a:spLocks noGrp="1"/>
          </p:cNvSpPr>
          <p:nvPr>
            <p:ph/>
          </p:nvPr>
        </p:nvSpPr>
        <p:spPr>
          <a:xfrm>
            <a:off x="504000" y="1323000"/>
            <a:ext cx="9071640" cy="3741480"/>
          </a:xfrm>
          <a:prstGeom prst="rect">
            <a:avLst/>
          </a:prstGeom>
          <a:noFill/>
          <a:ln w="0">
            <a:noFill/>
          </a:ln>
        </p:spPr>
        <p:txBody>
          <a:bodyPr anchor="t">
            <a:normAutofit/>
          </a:bodyPr>
          <a:p>
            <a:pPr>
              <a:lnSpc>
                <a:spcPct val="100000"/>
              </a:lnSpc>
              <a:spcBef>
                <a:spcPts val="641"/>
              </a:spcBef>
              <a:buNone/>
              <a:tabLst>
                <a:tab algn="l" pos="0"/>
              </a:tabLst>
            </a:pPr>
            <a:r>
              <a:rPr b="0" lang="ru-RU" sz="3200" spc="-1" strike="noStrike">
                <a:solidFill>
                  <a:srgbClr val="000000"/>
                </a:solidFill>
                <a:latin typeface="Calibri"/>
              </a:rPr>
              <a:t>Варьировать поведение объекта в зависимости от его внутреннего состояния</a:t>
            </a:r>
            <a:endParaRPr b="0" lang="ru-RU"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5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3" name="Diagram13"/>
          <p:cNvGraphicFramePr/>
          <p:nvPr>
            <p:extLst>
              <p:ext uri="{D42A27DB-BD31-4B8C-83A1-F6EECF244321}">
                <p14:modId xmlns:p14="http://schemas.microsoft.com/office/powerpoint/2010/main" val="1438640733"/>
              </p:ext>
            </p:extLst>
          </p:nvPr>
        </p:nvGraphicFramePr>
        <p:xfrm>
          <a:off x="504000" y="226800"/>
          <a:ext cx="9071640" cy="945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33" name="PlaceHolder 1"/>
          <p:cNvSpPr>
            <a:spLocks noGrp="1"/>
          </p:cNvSpPr>
          <p:nvPr>
            <p:ph/>
          </p:nvPr>
        </p:nvSpPr>
        <p:spPr>
          <a:xfrm>
            <a:off x="504000" y="1323000"/>
            <a:ext cx="9071640" cy="3741480"/>
          </a:xfrm>
          <a:prstGeom prst="rect">
            <a:avLst/>
          </a:prstGeom>
          <a:noFill/>
          <a:ln w="0">
            <a:noFill/>
          </a:ln>
        </p:spPr>
        <p:txBody>
          <a:bodyPr anchor="t">
            <a:normAutofit fontScale="72000"/>
          </a:bodyPr>
          <a:p>
            <a:pPr>
              <a:lnSpc>
                <a:spcPct val="100000"/>
              </a:lnSpc>
              <a:spcBef>
                <a:spcPts val="641"/>
              </a:spcBef>
              <a:buNone/>
              <a:tabLst>
                <a:tab algn="l" pos="0"/>
              </a:tabLst>
            </a:pPr>
            <a:r>
              <a:rPr b="0" lang="ru-RU" sz="3200" spc="-1" strike="noStrike">
                <a:solidFill>
                  <a:srgbClr val="000000"/>
                </a:solidFill>
                <a:latin typeface="Calibri"/>
              </a:rPr>
              <a:t>Класс "Контекст" делегирует зависящие от состояния запросы текущему объекту "КонкретноеСостояние" (хранит экземпляр подкласса "КонкретноеСостояние", которым определяется текущее состояние), и определяет интерфейс, представляющий интерес для клиентов. "КонкретноеСостояние" реализует поведение, ассоциированное с неким состоянием объекта "Контекст". "Состояние" определяет интерфейс для инкапсуляции поведения, ассоциированного с конкретным экземпляром "Контекста".</a:t>
            </a:r>
            <a:endParaRPr b="0" lang="ru-RU"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5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4" name="Diagram14"/>
          <p:cNvGraphicFramePr/>
          <p:nvPr>
            <p:extLst>
              <p:ext uri="{D42A27DB-BD31-4B8C-83A1-F6EECF244321}">
                <p14:modId xmlns:p14="http://schemas.microsoft.com/office/powerpoint/2010/main" val="1164485162"/>
              </p:ext>
            </p:extLst>
          </p:nvPr>
        </p:nvGraphicFramePr>
        <p:xfrm>
          <a:off x="504000" y="226800"/>
          <a:ext cx="9071640" cy="944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534" name="Picture 24" descr=""/>
          <p:cNvPicPr/>
          <p:nvPr/>
        </p:nvPicPr>
        <p:blipFill>
          <a:blip r:embed="rId6"/>
          <a:stretch/>
        </p:blipFill>
        <p:spPr>
          <a:xfrm>
            <a:off x="504000" y="1501200"/>
            <a:ext cx="9071640" cy="3385080"/>
          </a:xfrm>
          <a:prstGeom prst="rect">
            <a:avLst/>
          </a:prstGeom>
          <a:ln w="0">
            <a:noFill/>
          </a:ln>
        </p:spPr>
      </p:pic>
    </p:spTree>
  </p:cSld>
  <mc:AlternateContent>
    <mc:Choice Requires="p14">
      <p:transition spd="slow" p14:dur="2000"/>
    </mc:Choice>
    <mc:Fallback>
      <p:transition spd="slow"/>
    </mc:Fallback>
  </mc:AlternateContent>
</p:sld>
</file>

<file path=ppt/slides/slide5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5" name="Diagram15"/>
          <p:cNvGraphicFramePr/>
          <p:nvPr>
            <p:extLst>
              <p:ext uri="{D42A27DB-BD31-4B8C-83A1-F6EECF244321}">
                <p14:modId xmlns:p14="http://schemas.microsoft.com/office/powerpoint/2010/main" val="2733235939"/>
              </p:ext>
            </p:extLst>
          </p:nvPr>
        </p:nvGraphicFramePr>
        <p:xfrm>
          <a:off x="504000" y="226800"/>
          <a:ext cx="9071640" cy="9446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pic>
        <p:nvPicPr>
          <p:cNvPr id="535" name="Рисунок 5" descr=""/>
          <p:cNvPicPr/>
          <p:nvPr/>
        </p:nvPicPr>
        <p:blipFill>
          <a:blip r:embed="rId6"/>
          <a:stretch/>
        </p:blipFill>
        <p:spPr>
          <a:xfrm>
            <a:off x="1464480" y="1346400"/>
            <a:ext cx="7149960" cy="3988080"/>
          </a:xfrm>
          <a:prstGeom prst="rect">
            <a:avLst/>
          </a:prstGeom>
          <a:ln w="0">
            <a:noFill/>
          </a:ln>
        </p:spPr>
      </p:pic>
    </p:spTree>
  </p:cSld>
  <mc:AlternateContent>
    <mc:Choice Requires="p14">
      <p:transition spd="slow" p14:dur="2000"/>
    </mc:Choice>
    <mc:Fallback>
      <p:transition spd="slow"/>
    </mc:Fallback>
  </mc:AlternateContent>
</p:sld>
</file>

<file path=ppt/slides/slide5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graphicFrame>
        <p:nvGraphicFramePr>
          <p:cNvPr id="16" name="Diagram16"/>
          <p:cNvGraphicFramePr/>
          <p:nvPr>
            <p:extLst>
              <p:ext uri="{D42A27DB-BD31-4B8C-83A1-F6EECF244321}">
                <p14:modId xmlns:p14="http://schemas.microsoft.com/office/powerpoint/2010/main" val="742613913"/>
              </p:ext>
            </p:extLst>
          </p:nvPr>
        </p:nvGraphicFramePr>
        <p:xfrm>
          <a:off x="504000" y="226800"/>
          <a:ext cx="9071640" cy="94500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
        <p:nvSpPr>
          <p:cNvPr id="536" name="PlaceHolder 1"/>
          <p:cNvSpPr>
            <a:spLocks noGrp="1"/>
          </p:cNvSpPr>
          <p:nvPr>
            <p:ph/>
          </p:nvPr>
        </p:nvSpPr>
        <p:spPr>
          <a:xfrm>
            <a:off x="504000" y="1323000"/>
            <a:ext cx="9071640" cy="3741480"/>
          </a:xfrm>
          <a:prstGeom prst="rect">
            <a:avLst/>
          </a:prstGeom>
          <a:noFill/>
          <a:ln w="0">
            <a:noFill/>
          </a:ln>
        </p:spPr>
        <p:txBody>
          <a:bodyPr anchor="t">
            <a:normAutofit/>
          </a:bodyPr>
          <a:p>
            <a:pPr>
              <a:lnSpc>
                <a:spcPct val="100000"/>
              </a:lnSpc>
              <a:spcBef>
                <a:spcPts val="641"/>
              </a:spcBef>
              <a:buNone/>
              <a:tabLst>
                <a:tab algn="l" pos="0"/>
              </a:tabLst>
            </a:pPr>
            <a:r>
              <a:rPr b="0" lang="ru-RU" sz="3200" spc="-1" strike="noStrike">
                <a:solidFill>
                  <a:srgbClr val="000000"/>
                </a:solidFill>
                <a:latin typeface="Calibri"/>
              </a:rPr>
              <a:t>Локализует зависящее от состояния поведение и делит его на части, соответствующие состояниям, переходы между состояниями становятся явными.</a:t>
            </a:r>
            <a:endParaRPr b="0" lang="ru-RU" sz="3200" spc="-1" strike="noStrike">
              <a:solidFill>
                <a:srgbClr val="000000"/>
              </a:solidFill>
              <a:latin typeface="Calibri"/>
            </a:endParaRPr>
          </a:p>
        </p:txBody>
      </p:sp>
    </p:spTree>
  </p:cSld>
  <mc:AlternateContent>
    <mc:Choice Requires="p14">
      <p:transition spd="slow" p14:dur="2000"/>
    </mc:Choice>
    <mc:Fallback>
      <p:transition spd="slow"/>
    </mc:Fallback>
  </mc:AlternateContent>
</p:sld>
</file>

<file path=ppt/slides/slide5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7" name="PlaceHolder 1"/>
          <p:cNvSpPr>
            <a:spLocks noGrp="1"/>
          </p:cNvSpPr>
          <p:nvPr>
            <p:ph type="title"/>
          </p:nvPr>
        </p:nvSpPr>
        <p:spPr>
          <a:xfrm>
            <a:off x="504000" y="-2520"/>
            <a:ext cx="9071640" cy="944640"/>
          </a:xfrm>
          <a:prstGeom prst="rect">
            <a:avLst/>
          </a:prstGeom>
          <a:noFill/>
          <a:ln w="0">
            <a:noFill/>
          </a:ln>
        </p:spPr>
        <p:txBody>
          <a:bodyPr anchor="ctr">
            <a:noAutofit/>
          </a:bodyPr>
          <a:p>
            <a:pPr algn="ctr">
              <a:lnSpc>
                <a:spcPct val="100000"/>
              </a:lnSpc>
              <a:buNone/>
            </a:pPr>
            <a:r>
              <a:rPr b="0" lang="en-US" sz="4400" spc="-1" strike="noStrike">
                <a:solidFill>
                  <a:srgbClr val="000000"/>
                </a:solidFill>
                <a:latin typeface="Calibri"/>
              </a:rPr>
              <a:t>C</a:t>
            </a:r>
            <a:r>
              <a:rPr b="0" lang="ru-RU" sz="4400" spc="-1" strike="noStrike">
                <a:solidFill>
                  <a:srgbClr val="000000"/>
                </a:solidFill>
                <a:latin typeface="Calibri"/>
              </a:rPr>
              <a:t>остояние</a:t>
            </a:r>
            <a:endParaRPr b="0" lang="ru-RU" sz="4400" spc="-1" strike="noStrike">
              <a:solidFill>
                <a:srgbClr val="000000"/>
              </a:solidFill>
              <a:latin typeface="Calibri"/>
            </a:endParaRPr>
          </a:p>
        </p:txBody>
      </p:sp>
      <p:pic>
        <p:nvPicPr>
          <p:cNvPr id="538" name="Рисунок 6" descr=""/>
          <p:cNvPicPr/>
          <p:nvPr/>
        </p:nvPicPr>
        <p:blipFill>
          <a:blip r:embed="rId1"/>
          <a:stretch/>
        </p:blipFill>
        <p:spPr>
          <a:xfrm>
            <a:off x="1864800" y="839520"/>
            <a:ext cx="5622120" cy="4830120"/>
          </a:xfrm>
          <a:prstGeom prst="rect">
            <a:avLst/>
          </a:prstGeom>
          <a:ln w="0">
            <a:noFill/>
          </a:ln>
        </p:spPr>
      </p:pic>
      <p:sp>
        <p:nvSpPr>
          <p:cNvPr id="3" name="PlaceHolder 2"/>
          <p:cNvSpPr>
            <a:spLocks noGrp="1"/>
          </p:cNvSpPr>
          <p:nvPr>
            <p:ph type="sldNum" idx="9"/>
          </p:nvPr>
        </p:nvSpPr>
        <p:spPr/>
        <p:txBody>
          <a:bodyPr/>
          <a:p>
            <a:fld id="{8B883508-578D-4B0E-8F52-3A8608B4F92F}" type="slidenum">
              <a:t>56</a:t>
            </a:fld>
          </a:p>
        </p:txBody>
      </p:sp>
    </p:spTree>
  </p:cSld>
  <mc:AlternateContent>
    <mc:Choice Requires="p14">
      <p:transition spd="slow" p14:dur="1600"/>
    </mc:Choice>
    <mc:Fallback>
      <p:transition spd="slow"/>
    </mc:Fallback>
  </mc:AlternateContent>
</p:sld>
</file>

<file path=ppt/slides/slide5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39" name="PlaceHolder 1"/>
          <p:cNvSpPr>
            <a:spLocks noGrp="1"/>
          </p:cNvSpPr>
          <p:nvPr>
            <p:ph type="title"/>
          </p:nvPr>
        </p:nvSpPr>
        <p:spPr>
          <a:xfrm>
            <a:off x="504000" y="226800"/>
            <a:ext cx="9071640" cy="944640"/>
          </a:xfrm>
          <a:prstGeom prst="rect">
            <a:avLst/>
          </a:prstGeom>
          <a:noFill/>
          <a:ln w="0">
            <a:noFill/>
          </a:ln>
        </p:spPr>
        <p:txBody>
          <a:bodyPr anchor="ctr">
            <a:noAutofit/>
          </a:bodyPr>
          <a:p>
            <a:pPr algn="ctr">
              <a:lnSpc>
                <a:spcPct val="100000"/>
              </a:lnSpc>
              <a:buNone/>
            </a:pPr>
            <a:r>
              <a:rPr b="0" lang="ru-RU" sz="4400" spc="-1" strike="noStrike">
                <a:solidFill>
                  <a:srgbClr val="000000"/>
                </a:solidFill>
                <a:latin typeface="Calibri"/>
              </a:rPr>
              <a:t>Состояние</a:t>
            </a:r>
            <a:endParaRPr b="0" lang="ru-RU" sz="4400" spc="-1" strike="noStrike">
              <a:solidFill>
                <a:srgbClr val="000000"/>
              </a:solidFill>
              <a:latin typeface="Calibri"/>
            </a:endParaRPr>
          </a:p>
        </p:txBody>
      </p:sp>
      <p:pic>
        <p:nvPicPr>
          <p:cNvPr id="540" name="Рисунок 7" descr=""/>
          <p:cNvPicPr/>
          <p:nvPr/>
        </p:nvPicPr>
        <p:blipFill>
          <a:blip r:embed="rId1"/>
          <a:stretch/>
        </p:blipFill>
        <p:spPr>
          <a:xfrm>
            <a:off x="1150200" y="1346400"/>
            <a:ext cx="8173080" cy="2574720"/>
          </a:xfrm>
          <a:prstGeom prst="rect">
            <a:avLst/>
          </a:prstGeom>
          <a:ln w="0">
            <a:noFill/>
          </a:ln>
        </p:spPr>
      </p:pic>
      <p:sp>
        <p:nvSpPr>
          <p:cNvPr id="3" name="PlaceHolder 2"/>
          <p:cNvSpPr>
            <a:spLocks noGrp="1"/>
          </p:cNvSpPr>
          <p:nvPr>
            <p:ph type="sldNum" idx="9"/>
          </p:nvPr>
        </p:nvSpPr>
        <p:spPr/>
        <p:txBody>
          <a:bodyPr/>
          <a:p>
            <a:fld id="{9D6F7A92-4DD1-4E2B-AC52-1F80ACDB4439}" type="slidenum">
              <a:t>57</a:t>
            </a:fld>
          </a:p>
        </p:txBody>
      </p:sp>
    </p:spTree>
  </p:cSld>
  <mc:AlternateContent>
    <mc:Choice Requires="p14">
      <p:transition spd="slow" p14:dur="1600"/>
    </mc:Choice>
    <mc:Fallback>
      <p:transition spd="slow"/>
    </mc:Fallback>
  </mc:AlternateContent>
</p:sld>
</file>

<file path=ppt/slides/slide5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1" name="" descr=""/>
          <p:cNvPicPr/>
          <p:nvPr/>
        </p:nvPicPr>
        <p:blipFill>
          <a:blip r:embed="rId1"/>
          <a:stretch/>
        </p:blipFill>
        <p:spPr>
          <a:xfrm>
            <a:off x="421200" y="204840"/>
            <a:ext cx="9295920" cy="5304960"/>
          </a:xfrm>
          <a:prstGeom prst="rect">
            <a:avLst/>
          </a:prstGeom>
          <a:ln w="18000">
            <a:noFill/>
          </a:ln>
        </p:spPr>
      </p:pic>
      <p:sp>
        <p:nvSpPr>
          <p:cNvPr id="2" name="PlaceHolder 1"/>
          <p:cNvSpPr>
            <a:spLocks noGrp="1"/>
          </p:cNvSpPr>
          <p:nvPr>
            <p:ph type="sldNum" idx="9"/>
          </p:nvPr>
        </p:nvSpPr>
        <p:spPr/>
        <p:txBody>
          <a:bodyPr/>
          <a:p>
            <a:fld id="{60A561B5-CFEB-49A7-9BA4-F673A974D334}" type="slidenum">
              <a:t>58</a:t>
            </a:fld>
          </a:p>
        </p:txBody>
      </p:sp>
    </p:spTree>
  </p:cSld>
  <mc:AlternateContent>
    <mc:Choice Requires="p14">
      <p:transition spd="slow" p14:dur="1600"/>
    </mc:Choice>
    <mc:Fallback>
      <p:transition spd="slow"/>
    </mc:Fallback>
  </mc:AlternateContent>
</p:sld>
</file>

<file path=ppt/slides/slide5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2" name="" descr=""/>
          <p:cNvPicPr/>
          <p:nvPr/>
        </p:nvPicPr>
        <p:blipFill>
          <a:blip r:embed="rId1"/>
          <a:stretch/>
        </p:blipFill>
        <p:spPr>
          <a:xfrm>
            <a:off x="430560" y="285480"/>
            <a:ext cx="9276840" cy="5143320"/>
          </a:xfrm>
          <a:prstGeom prst="rect">
            <a:avLst/>
          </a:prstGeom>
          <a:ln w="18000">
            <a:noFill/>
          </a:ln>
        </p:spPr>
      </p:pic>
      <p:sp>
        <p:nvSpPr>
          <p:cNvPr id="2" name="PlaceHolder 1"/>
          <p:cNvSpPr>
            <a:spLocks noGrp="1"/>
          </p:cNvSpPr>
          <p:nvPr>
            <p:ph type="sldNum" idx="9"/>
          </p:nvPr>
        </p:nvSpPr>
        <p:spPr/>
        <p:txBody>
          <a:bodyPr/>
          <a:p>
            <a:fld id="{CB637A04-268A-459B-9BE0-12B2AF3BC54B}" type="slidenum">
              <a:t>59</a:t>
            </a:fld>
          </a:p>
        </p:txBody>
      </p:sp>
    </p:spTree>
  </p:cSld>
  <mc:AlternateContent>
    <mc:Choice Requires="p14">
      <p:transition spd="slow" p14:dur="1600"/>
    </mc:Choice>
    <mc:Fallback>
      <p:transition spd="slow"/>
    </mc:Fallback>
  </mc:AlternateContent>
</p:sld>
</file>

<file path=ppt/slides/slide6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3"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06F56712-D9EE-44C8-9C0B-A155B1D4C34C}" type="slidenum">
              <a:t>60</a:t>
            </a:fld>
          </a:p>
        </p:txBody>
      </p:sp>
    </p:spTree>
  </p:cSld>
  <mc:AlternateContent>
    <mc:Choice Requires="p14">
      <p:transition spd="slow" p14:dur="1600"/>
    </mc:Choice>
    <mc:Fallback>
      <p:transition spd="slow"/>
    </mc:Fallback>
  </mc:AlternateContent>
</p:sld>
</file>

<file path=ppt/slides/slide6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4"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E992BC54-81C6-45B5-B440-7849A2F3E05C}" type="slidenum">
              <a:t>61</a:t>
            </a:fld>
          </a:p>
        </p:txBody>
      </p:sp>
    </p:spTree>
  </p:cSld>
  <mc:AlternateContent>
    <mc:Choice Requires="p14">
      <p:transition spd="slow" p14:dur="1600"/>
    </mc:Choice>
    <mc:Fallback>
      <p:transition spd="slow"/>
    </mc:Fallback>
  </mc:AlternateContent>
</p:sld>
</file>

<file path=ppt/slides/slide6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5"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276AEC4E-689B-4D42-BF5B-A0BAB7EF52B8}" type="slidenum">
              <a:t>62</a:t>
            </a:fld>
          </a:p>
        </p:txBody>
      </p:sp>
    </p:spTree>
  </p:cSld>
  <mc:AlternateContent>
    <mc:Choice Requires="p14">
      <p:transition spd="slow" p14:dur="1600"/>
    </mc:Choice>
    <mc:Fallback>
      <p:transition spd="slow"/>
    </mc:Fallback>
  </mc:AlternateContent>
</p:sld>
</file>

<file path=ppt/slides/slide6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6"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EDC872DD-E5F0-4EF4-9221-1FD08BAE1F4E}" type="slidenum">
              <a:t>63</a:t>
            </a:fld>
          </a:p>
        </p:txBody>
      </p:sp>
    </p:spTree>
  </p:cSld>
  <mc:AlternateContent>
    <mc:Choice Requires="p14">
      <p:transition spd="slow" p14:dur="1600"/>
    </mc:Choice>
    <mc:Fallback>
      <p:transition spd="slow"/>
    </mc:Fallback>
  </mc:AlternateContent>
</p:sld>
</file>

<file path=ppt/slides/slide6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7"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CE7C21F5-A67F-4D02-AC3F-F1085F618C92}" type="slidenum">
              <a:t>64</a:t>
            </a:fld>
          </a:p>
        </p:txBody>
      </p:sp>
    </p:spTree>
  </p:cSld>
  <mc:AlternateContent>
    <mc:Choice Requires="p14">
      <p:transition spd="slow" p14:dur="1600"/>
    </mc:Choice>
    <mc:Fallback>
      <p:transition spd="slow"/>
    </mc:Fallback>
  </mc:AlternateContent>
</p:sld>
</file>

<file path=ppt/slides/slide6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8"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E6E73A62-5776-46A3-8583-488C4E63DCCF}" type="slidenum">
              <a:t>65</a:t>
            </a:fld>
          </a:p>
        </p:txBody>
      </p:sp>
    </p:spTree>
  </p:cSld>
  <mc:AlternateContent>
    <mc:Choice Requires="p14">
      <p:transition spd="slow" p14:dur="1600"/>
    </mc:Choice>
    <mc:Fallback>
      <p:transition spd="slow"/>
    </mc:Fallback>
  </mc:AlternateContent>
</p:sld>
</file>

<file path=ppt/slides/slide6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49"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01670BFA-1A9F-4780-B4CE-B55B2826DC47}" type="slidenum">
              <a:t>66</a:t>
            </a:fld>
          </a:p>
        </p:txBody>
      </p:sp>
    </p:spTree>
  </p:cSld>
  <mc:AlternateContent>
    <mc:Choice Requires="p14">
      <p:transition spd="slow" p14:dur="1600"/>
    </mc:Choice>
    <mc:Fallback>
      <p:transition spd="slow"/>
    </mc:Fallback>
  </mc:AlternateContent>
</p:sld>
</file>

<file path=ppt/slides/slide6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0"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0B342B3D-1C07-4C61-92F4-7CF7773AB72C}" type="slidenum">
              <a:t>67</a:t>
            </a:fld>
          </a:p>
        </p:txBody>
      </p:sp>
    </p:spTree>
  </p:cSld>
  <mc:AlternateContent>
    <mc:Choice Requires="p14">
      <p:transition spd="slow" p14:dur="1600"/>
    </mc:Choice>
    <mc:Fallback>
      <p:transition spd="slow"/>
    </mc:Fallback>
  </mc:AlternateContent>
</p:sld>
</file>

<file path=ppt/slides/slide6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1"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431EF9BB-100D-4F6B-8C2E-33CEEF808509}" type="slidenum">
              <a:t>68</a:t>
            </a:fld>
          </a:p>
        </p:txBody>
      </p:sp>
    </p:spTree>
  </p:cSld>
  <mc:AlternateContent>
    <mc:Choice Requires="p14">
      <p:transition spd="slow" p14:dur="1600"/>
    </mc:Choice>
    <mc:Fallback>
      <p:transition spd="slow"/>
    </mc:Fallback>
  </mc:AlternateContent>
</p:sld>
</file>

<file path=ppt/slides/slide6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2"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4B73F014-832D-4D89-A510-522FC8376F89}" type="slidenum">
              <a:t>69</a:t>
            </a:fld>
          </a:p>
        </p:txBody>
      </p:sp>
    </p:spTree>
  </p:cSld>
  <mc:AlternateContent>
    <mc:Choice Requires="p14">
      <p:transition spd="slow" p14:dur="1600"/>
    </mc:Choice>
    <mc:Fallback>
      <p:transition spd="slow"/>
    </mc:Fallback>
  </mc:AlternateContent>
</p:sld>
</file>

<file path=ppt/slides/slide7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3"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42A54641-D4C4-4A34-87B0-34E52D9B1C06}" type="slidenum">
              <a:t>70</a:t>
            </a:fld>
          </a:p>
        </p:txBody>
      </p:sp>
    </p:spTree>
  </p:cSld>
  <mc:AlternateContent>
    <mc:Choice Requires="p14">
      <p:transition spd="slow" p14:dur="1600"/>
    </mc:Choice>
    <mc:Fallback>
      <p:transition spd="slow"/>
    </mc:Fallback>
  </mc:AlternateContent>
</p:sld>
</file>

<file path=ppt/slides/slide7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4"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2B4760A0-A157-467F-BEA7-12A1A668ED6F}" type="slidenum">
              <a:t>71</a:t>
            </a:fld>
          </a:p>
        </p:txBody>
      </p:sp>
    </p:spTree>
  </p:cSld>
  <mc:AlternateContent>
    <mc:Choice Requires="p14">
      <p:transition spd="slow" p14:dur="1600"/>
    </mc:Choice>
    <mc:Fallback>
      <p:transition spd="slow"/>
    </mc:Fallback>
  </mc:AlternateContent>
</p:sld>
</file>

<file path=ppt/slides/slide7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5"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B2AD4A52-841C-46AD-B2F6-1F7163C88F5D}" type="slidenum">
              <a:t>72</a:t>
            </a:fld>
          </a:p>
        </p:txBody>
      </p:sp>
    </p:spTree>
  </p:cSld>
  <mc:AlternateContent>
    <mc:Choice Requires="p14">
      <p:transition spd="slow" p14:dur="1600"/>
    </mc:Choice>
    <mc:Fallback>
      <p:transition spd="slow"/>
    </mc:Fallback>
  </mc:AlternateContent>
</p:sld>
</file>

<file path=ppt/slides/slide7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6"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CB1111EA-D8E0-4DC1-BEB7-106B98D79A95}" type="slidenum">
              <a:t>73</a:t>
            </a:fld>
          </a:p>
        </p:txBody>
      </p:sp>
    </p:spTree>
  </p:cSld>
  <mc:AlternateContent>
    <mc:Choice Requires="p14">
      <p:transition spd="slow" p14:dur="1600"/>
    </mc:Choice>
    <mc:Fallback>
      <p:transition spd="slow"/>
    </mc:Fallback>
  </mc:AlternateContent>
</p:sld>
</file>

<file path=ppt/slides/slide7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7"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EBE65B3F-7CD2-4467-9684-75C0394FA048}" type="slidenum">
              <a:t>74</a:t>
            </a:fld>
          </a:p>
        </p:txBody>
      </p:sp>
    </p:spTree>
  </p:cSld>
  <mc:AlternateContent>
    <mc:Choice Requires="p14">
      <p:transition spd="slow" p14:dur="1600"/>
    </mc:Choice>
    <mc:Fallback>
      <p:transition spd="slow"/>
    </mc:Fallback>
  </mc:AlternateContent>
</p:sld>
</file>

<file path=ppt/slides/slide7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8"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49EA7F66-AC65-4927-B123-54568863EFB6}" type="slidenum">
              <a:t>75</a:t>
            </a:fld>
          </a:p>
        </p:txBody>
      </p:sp>
    </p:spTree>
  </p:cSld>
  <mc:AlternateContent>
    <mc:Choice Requires="p14">
      <p:transition spd="slow" p14:dur="1600"/>
    </mc:Choice>
    <mc:Fallback>
      <p:transition spd="slow"/>
    </mc:Fallback>
  </mc:AlternateContent>
</p:sld>
</file>

<file path=ppt/slides/slide7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59"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58437A5C-2645-4EDA-ABDF-AF496CCDAB0D}" type="slidenum">
              <a:t>76</a:t>
            </a:fld>
          </a:p>
        </p:txBody>
      </p:sp>
    </p:spTree>
  </p:cSld>
  <mc:AlternateContent>
    <mc:Choice Requires="p14">
      <p:transition spd="slow" p14:dur="1600"/>
    </mc:Choice>
    <mc:Fallback>
      <p:transition spd="slow"/>
    </mc:Fallback>
  </mc:AlternateContent>
</p:sld>
</file>

<file path=ppt/slides/slide7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0" name="" descr=""/>
          <p:cNvPicPr/>
          <p:nvPr/>
        </p:nvPicPr>
        <p:blipFill>
          <a:blip r:embed="rId1"/>
          <a:stretch/>
        </p:blipFill>
        <p:spPr>
          <a:xfrm>
            <a:off x="1047600" y="22320"/>
            <a:ext cx="8043120" cy="5669640"/>
          </a:xfrm>
          <a:prstGeom prst="rect">
            <a:avLst/>
          </a:prstGeom>
          <a:ln w="18000">
            <a:noFill/>
          </a:ln>
        </p:spPr>
      </p:pic>
      <p:sp>
        <p:nvSpPr>
          <p:cNvPr id="2" name="PlaceHolder 1"/>
          <p:cNvSpPr>
            <a:spLocks noGrp="1"/>
          </p:cNvSpPr>
          <p:nvPr>
            <p:ph type="sldNum" idx="9"/>
          </p:nvPr>
        </p:nvSpPr>
        <p:spPr/>
        <p:txBody>
          <a:bodyPr/>
          <a:p>
            <a:fld id="{3A534F93-29F3-43CA-847E-BC5631EE8CAF}" type="slidenum">
              <a:t>77</a:t>
            </a:fld>
          </a:p>
        </p:txBody>
      </p:sp>
    </p:spTree>
  </p:cSld>
  <mc:AlternateContent>
    <mc:Choice Requires="p14">
      <p:transition spd="slow" p14:dur="1600"/>
    </mc:Choice>
    <mc:Fallback>
      <p:transition spd="slow"/>
    </mc:Fallback>
  </mc:AlternateContent>
</p:sld>
</file>

<file path=ppt/slides/slide7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1" name="" descr=""/>
          <p:cNvPicPr/>
          <p:nvPr/>
        </p:nvPicPr>
        <p:blipFill>
          <a:blip r:embed="rId1"/>
          <a:stretch/>
        </p:blipFill>
        <p:spPr>
          <a:xfrm>
            <a:off x="1158840" y="22320"/>
            <a:ext cx="7820640" cy="5669640"/>
          </a:xfrm>
          <a:prstGeom prst="rect">
            <a:avLst/>
          </a:prstGeom>
          <a:ln w="18000">
            <a:noFill/>
          </a:ln>
        </p:spPr>
      </p:pic>
      <p:sp>
        <p:nvSpPr>
          <p:cNvPr id="2" name="PlaceHolder 1"/>
          <p:cNvSpPr>
            <a:spLocks noGrp="1"/>
          </p:cNvSpPr>
          <p:nvPr>
            <p:ph type="sldNum" idx="9"/>
          </p:nvPr>
        </p:nvSpPr>
        <p:spPr/>
        <p:txBody>
          <a:bodyPr/>
          <a:p>
            <a:fld id="{8A661171-CCC1-4821-A015-8CC9C3566827}" type="slidenum">
              <a:t>78</a:t>
            </a:fld>
          </a:p>
        </p:txBody>
      </p:sp>
    </p:spTree>
  </p:cSld>
  <mc:AlternateContent>
    <mc:Choice Requires="p14">
      <p:transition spd="slow" p14:dur="1600"/>
    </mc:Choice>
    <mc:Fallback>
      <p:transition spd="slow"/>
    </mc:Fallback>
  </mc:AlternateContent>
</p:sld>
</file>

<file path=ppt/slides/slide7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2" name="" descr=""/>
          <p:cNvPicPr/>
          <p:nvPr/>
        </p:nvPicPr>
        <p:blipFill>
          <a:blip r:embed="rId1"/>
          <a:stretch/>
        </p:blipFill>
        <p:spPr>
          <a:xfrm>
            <a:off x="1023480" y="22320"/>
            <a:ext cx="8091360" cy="5669640"/>
          </a:xfrm>
          <a:prstGeom prst="rect">
            <a:avLst/>
          </a:prstGeom>
          <a:ln w="18000">
            <a:noFill/>
          </a:ln>
        </p:spPr>
      </p:pic>
      <p:sp>
        <p:nvSpPr>
          <p:cNvPr id="2" name="PlaceHolder 1"/>
          <p:cNvSpPr>
            <a:spLocks noGrp="1"/>
          </p:cNvSpPr>
          <p:nvPr>
            <p:ph type="sldNum" idx="9"/>
          </p:nvPr>
        </p:nvSpPr>
        <p:spPr/>
        <p:txBody>
          <a:bodyPr/>
          <a:p>
            <a:fld id="{C9F57F15-FD5B-4604-AD8B-CD7AA90E0FB7}" type="slidenum">
              <a:t>79</a:t>
            </a:fld>
          </a:p>
        </p:txBody>
      </p:sp>
    </p:spTree>
  </p:cSld>
  <mc:AlternateContent>
    <mc:Choice Requires="p14">
      <p:transition spd="slow" p14:dur="1600"/>
    </mc:Choice>
    <mc:Fallback>
      <p:transition spd="slow"/>
    </mc:Fallback>
  </mc:AlternateContent>
</p:sld>
</file>

<file path=ppt/slides/slide8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3" name="" descr=""/>
          <p:cNvPicPr/>
          <p:nvPr/>
        </p:nvPicPr>
        <p:blipFill>
          <a:blip r:embed="rId1"/>
          <a:stretch/>
        </p:blipFill>
        <p:spPr>
          <a:xfrm>
            <a:off x="1023480" y="22320"/>
            <a:ext cx="8091360" cy="5669640"/>
          </a:xfrm>
          <a:prstGeom prst="rect">
            <a:avLst/>
          </a:prstGeom>
          <a:ln w="18000">
            <a:noFill/>
          </a:ln>
        </p:spPr>
      </p:pic>
      <p:sp>
        <p:nvSpPr>
          <p:cNvPr id="2" name="PlaceHolder 1"/>
          <p:cNvSpPr>
            <a:spLocks noGrp="1"/>
          </p:cNvSpPr>
          <p:nvPr>
            <p:ph type="sldNum" idx="9"/>
          </p:nvPr>
        </p:nvSpPr>
        <p:spPr/>
        <p:txBody>
          <a:bodyPr/>
          <a:p>
            <a:fld id="{EB49F74C-B8DB-4CC1-9DBF-0DEC3C8B29BA}" type="slidenum">
              <a:t>80</a:t>
            </a:fld>
          </a:p>
        </p:txBody>
      </p:sp>
    </p:spTree>
  </p:cSld>
  <mc:AlternateContent>
    <mc:Choice Requires="p14">
      <p:transition spd="slow" p14:dur="1600"/>
    </mc:Choice>
    <mc:Fallback>
      <p:transition spd="slow"/>
    </mc:Fallback>
  </mc:AlternateContent>
</p:sld>
</file>

<file path=ppt/slides/slide8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4" name="" descr=""/>
          <p:cNvPicPr/>
          <p:nvPr/>
        </p:nvPicPr>
        <p:blipFill>
          <a:blip r:embed="rId1"/>
          <a:stretch/>
        </p:blipFill>
        <p:spPr>
          <a:xfrm>
            <a:off x="1023480" y="22320"/>
            <a:ext cx="8091360" cy="5669640"/>
          </a:xfrm>
          <a:prstGeom prst="rect">
            <a:avLst/>
          </a:prstGeom>
          <a:ln w="18000">
            <a:noFill/>
          </a:ln>
        </p:spPr>
      </p:pic>
      <p:sp>
        <p:nvSpPr>
          <p:cNvPr id="2" name="PlaceHolder 1"/>
          <p:cNvSpPr>
            <a:spLocks noGrp="1"/>
          </p:cNvSpPr>
          <p:nvPr>
            <p:ph type="sldNum" idx="9"/>
          </p:nvPr>
        </p:nvSpPr>
        <p:spPr/>
        <p:txBody>
          <a:bodyPr/>
          <a:p>
            <a:fld id="{2A78589B-C030-4483-8AF9-200A5A118E31}" type="slidenum">
              <a:t>81</a:t>
            </a:fld>
          </a:p>
        </p:txBody>
      </p:sp>
    </p:spTree>
  </p:cSld>
  <mc:AlternateContent>
    <mc:Choice Requires="p14">
      <p:transition spd="slow" p14:dur="1600"/>
    </mc:Choice>
    <mc:Fallback>
      <p:transition spd="slow"/>
    </mc:Fallback>
  </mc:AlternateContent>
</p:sld>
</file>

<file path=ppt/slides/slide8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5" name="" descr=""/>
          <p:cNvPicPr/>
          <p:nvPr/>
        </p:nvPicPr>
        <p:blipFill>
          <a:blip r:embed="rId1"/>
          <a:stretch/>
        </p:blipFill>
        <p:spPr>
          <a:xfrm>
            <a:off x="1023480" y="22320"/>
            <a:ext cx="8091360" cy="5669640"/>
          </a:xfrm>
          <a:prstGeom prst="rect">
            <a:avLst/>
          </a:prstGeom>
          <a:ln w="18000">
            <a:noFill/>
          </a:ln>
        </p:spPr>
      </p:pic>
      <p:sp>
        <p:nvSpPr>
          <p:cNvPr id="2" name="PlaceHolder 1"/>
          <p:cNvSpPr>
            <a:spLocks noGrp="1"/>
          </p:cNvSpPr>
          <p:nvPr>
            <p:ph type="sldNum" idx="9"/>
          </p:nvPr>
        </p:nvSpPr>
        <p:spPr/>
        <p:txBody>
          <a:bodyPr/>
          <a:p>
            <a:fld id="{44ACE148-9C9A-4960-80A1-552C75A1454A}" type="slidenum">
              <a:t>82</a:t>
            </a:fld>
          </a:p>
        </p:txBody>
      </p:sp>
    </p:spTree>
  </p:cSld>
  <mc:AlternateContent>
    <mc:Choice Requires="p14">
      <p:transition spd="slow" p14:dur="1600"/>
    </mc:Choice>
    <mc:Fallback>
      <p:transition spd="slow"/>
    </mc:Fallback>
  </mc:AlternateContent>
</p:sld>
</file>

<file path=ppt/slides/slide8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6" name="" descr=""/>
          <p:cNvPicPr/>
          <p:nvPr/>
        </p:nvPicPr>
        <p:blipFill>
          <a:blip r:embed="rId1"/>
          <a:stretch/>
        </p:blipFill>
        <p:spPr>
          <a:xfrm>
            <a:off x="1023480" y="22320"/>
            <a:ext cx="8091360" cy="5669640"/>
          </a:xfrm>
          <a:prstGeom prst="rect">
            <a:avLst/>
          </a:prstGeom>
          <a:ln w="18000">
            <a:noFill/>
          </a:ln>
        </p:spPr>
      </p:pic>
      <p:sp>
        <p:nvSpPr>
          <p:cNvPr id="2" name="PlaceHolder 1"/>
          <p:cNvSpPr>
            <a:spLocks noGrp="1"/>
          </p:cNvSpPr>
          <p:nvPr>
            <p:ph type="sldNum" idx="9"/>
          </p:nvPr>
        </p:nvSpPr>
        <p:spPr/>
        <p:txBody>
          <a:bodyPr/>
          <a:p>
            <a:fld id="{993F0A4A-508F-4A93-B701-C29D442B2107}" type="slidenum">
              <a:t>83</a:t>
            </a:fld>
          </a:p>
        </p:txBody>
      </p:sp>
    </p:spTree>
  </p:cSld>
  <mc:AlternateContent>
    <mc:Choice Requires="p14">
      <p:transition spd="slow" p14:dur="1600"/>
    </mc:Choice>
    <mc:Fallback>
      <p:transition spd="slow"/>
    </mc:Fallback>
  </mc:AlternateContent>
</p:sld>
</file>

<file path=ppt/slides/slide8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7" name="" descr=""/>
          <p:cNvPicPr/>
          <p:nvPr/>
        </p:nvPicPr>
        <p:blipFill>
          <a:blip r:embed="rId1"/>
          <a:stretch/>
        </p:blipFill>
        <p:spPr>
          <a:xfrm>
            <a:off x="1060560" y="22320"/>
            <a:ext cx="8016840" cy="5669640"/>
          </a:xfrm>
          <a:prstGeom prst="rect">
            <a:avLst/>
          </a:prstGeom>
          <a:ln w="18000">
            <a:noFill/>
          </a:ln>
        </p:spPr>
      </p:pic>
      <p:sp>
        <p:nvSpPr>
          <p:cNvPr id="2" name="PlaceHolder 1"/>
          <p:cNvSpPr>
            <a:spLocks noGrp="1"/>
          </p:cNvSpPr>
          <p:nvPr>
            <p:ph type="sldNum" idx="9"/>
          </p:nvPr>
        </p:nvSpPr>
        <p:spPr/>
        <p:txBody>
          <a:bodyPr/>
          <a:p>
            <a:fld id="{31D6BED8-B037-4FA4-951B-87D9B67D15C5}" type="slidenum">
              <a:t>84</a:t>
            </a:fld>
          </a:p>
        </p:txBody>
      </p:sp>
    </p:spTree>
  </p:cSld>
  <mc:AlternateContent>
    <mc:Choice Requires="p14">
      <p:transition spd="slow" p14:dur="1600"/>
    </mc:Choice>
    <mc:Fallback>
      <p:transition spd="slow"/>
    </mc:Fallback>
  </mc:AlternateContent>
</p:sld>
</file>

<file path=ppt/slides/slide8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8" name="" descr=""/>
          <p:cNvPicPr/>
          <p:nvPr/>
        </p:nvPicPr>
        <p:blipFill>
          <a:blip r:embed="rId1"/>
          <a:stretch/>
        </p:blipFill>
        <p:spPr>
          <a:xfrm>
            <a:off x="970200" y="22320"/>
            <a:ext cx="8197560" cy="5669640"/>
          </a:xfrm>
          <a:prstGeom prst="rect">
            <a:avLst/>
          </a:prstGeom>
          <a:ln w="18000">
            <a:noFill/>
          </a:ln>
        </p:spPr>
      </p:pic>
      <p:sp>
        <p:nvSpPr>
          <p:cNvPr id="2" name="PlaceHolder 1"/>
          <p:cNvSpPr>
            <a:spLocks noGrp="1"/>
          </p:cNvSpPr>
          <p:nvPr>
            <p:ph type="sldNum" idx="9"/>
          </p:nvPr>
        </p:nvSpPr>
        <p:spPr/>
        <p:txBody>
          <a:bodyPr/>
          <a:p>
            <a:fld id="{6D286EBC-2ABB-4F9A-9FA8-7A98A1CA91EE}" type="slidenum">
              <a:t>85</a:t>
            </a:fld>
          </a:p>
        </p:txBody>
      </p:sp>
    </p:spTree>
  </p:cSld>
  <mc:AlternateContent>
    <mc:Choice Requires="p14">
      <p:transition spd="slow" p14:dur="1600"/>
    </mc:Choice>
    <mc:Fallback>
      <p:transition spd="slow"/>
    </mc:Fallback>
  </mc:AlternateContent>
</p:sld>
</file>

<file path=ppt/slides/slide8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69" name="" descr=""/>
          <p:cNvPicPr/>
          <p:nvPr/>
        </p:nvPicPr>
        <p:blipFill>
          <a:blip r:embed="rId1"/>
          <a:stretch/>
        </p:blipFill>
        <p:spPr>
          <a:xfrm>
            <a:off x="970200" y="22320"/>
            <a:ext cx="8197560" cy="5669640"/>
          </a:xfrm>
          <a:prstGeom prst="rect">
            <a:avLst/>
          </a:prstGeom>
          <a:ln w="18000">
            <a:noFill/>
          </a:ln>
        </p:spPr>
      </p:pic>
      <p:sp>
        <p:nvSpPr>
          <p:cNvPr id="2" name="PlaceHolder 1"/>
          <p:cNvSpPr>
            <a:spLocks noGrp="1"/>
          </p:cNvSpPr>
          <p:nvPr>
            <p:ph type="sldNum" idx="9"/>
          </p:nvPr>
        </p:nvSpPr>
        <p:spPr/>
        <p:txBody>
          <a:bodyPr/>
          <a:p>
            <a:fld id="{A307CDAD-03AC-45DF-AD6A-BEAC71F2F407}" type="slidenum">
              <a:t>86</a:t>
            </a:fld>
          </a:p>
        </p:txBody>
      </p:sp>
    </p:spTree>
  </p:cSld>
  <mc:AlternateContent>
    <mc:Choice Requires="p14">
      <p:transition spd="slow" p14:dur="1600"/>
    </mc:Choice>
    <mc:Fallback>
      <p:transition spd="slow"/>
    </mc:Fallback>
  </mc:AlternateContent>
</p:sld>
</file>

<file path=ppt/slides/slide8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0" name="" descr=""/>
          <p:cNvPicPr/>
          <p:nvPr/>
        </p:nvPicPr>
        <p:blipFill>
          <a:blip r:embed="rId1"/>
          <a:stretch/>
        </p:blipFill>
        <p:spPr>
          <a:xfrm>
            <a:off x="970200" y="22320"/>
            <a:ext cx="8197560" cy="5669640"/>
          </a:xfrm>
          <a:prstGeom prst="rect">
            <a:avLst/>
          </a:prstGeom>
          <a:ln w="18000">
            <a:noFill/>
          </a:ln>
        </p:spPr>
      </p:pic>
      <p:sp>
        <p:nvSpPr>
          <p:cNvPr id="2" name="PlaceHolder 1"/>
          <p:cNvSpPr>
            <a:spLocks noGrp="1"/>
          </p:cNvSpPr>
          <p:nvPr>
            <p:ph type="sldNum" idx="9"/>
          </p:nvPr>
        </p:nvSpPr>
        <p:spPr/>
        <p:txBody>
          <a:bodyPr/>
          <a:p>
            <a:fld id="{A087E039-71A6-4CEF-9BCF-0F22ED1FA492}" type="slidenum">
              <a:t>87</a:t>
            </a:fld>
          </a:p>
        </p:txBody>
      </p:sp>
    </p:spTree>
  </p:cSld>
  <mc:AlternateContent>
    <mc:Choice Requires="p14">
      <p:transition spd="slow" p14:dur="1600"/>
    </mc:Choice>
    <mc:Fallback>
      <p:transition spd="slow"/>
    </mc:Fallback>
  </mc:AlternateContent>
</p:sld>
</file>

<file path=ppt/slides/slide8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1" name="" descr=""/>
          <p:cNvPicPr/>
          <p:nvPr/>
        </p:nvPicPr>
        <p:blipFill>
          <a:blip r:embed="rId1"/>
          <a:stretch/>
        </p:blipFill>
        <p:spPr>
          <a:xfrm>
            <a:off x="970200" y="22320"/>
            <a:ext cx="8197560" cy="5669640"/>
          </a:xfrm>
          <a:prstGeom prst="rect">
            <a:avLst/>
          </a:prstGeom>
          <a:ln w="18000">
            <a:noFill/>
          </a:ln>
        </p:spPr>
      </p:pic>
      <p:sp>
        <p:nvSpPr>
          <p:cNvPr id="2" name="PlaceHolder 1"/>
          <p:cNvSpPr>
            <a:spLocks noGrp="1"/>
          </p:cNvSpPr>
          <p:nvPr>
            <p:ph type="sldNum" idx="9"/>
          </p:nvPr>
        </p:nvSpPr>
        <p:spPr/>
        <p:txBody>
          <a:bodyPr/>
          <a:p>
            <a:fld id="{F96F8C4F-8B14-4FDF-AE17-24F0085B0D75}" type="slidenum">
              <a:t>88</a:t>
            </a:fld>
          </a:p>
        </p:txBody>
      </p:sp>
    </p:spTree>
  </p:cSld>
  <mc:AlternateContent>
    <mc:Choice Requires="p14">
      <p:transition spd="slow" p14:dur="1600"/>
    </mc:Choice>
    <mc:Fallback>
      <p:transition spd="slow"/>
    </mc:Fallback>
  </mc:AlternateContent>
</p:sld>
</file>

<file path=ppt/slides/slide8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572" name="" descr=""/>
          <p:cNvPicPr/>
          <p:nvPr/>
        </p:nvPicPr>
        <p:blipFill>
          <a:blip r:embed="rId1"/>
          <a:stretch/>
        </p:blipFill>
        <p:spPr>
          <a:xfrm>
            <a:off x="970200" y="22320"/>
            <a:ext cx="8197560" cy="5669640"/>
          </a:xfrm>
          <a:prstGeom prst="rect">
            <a:avLst/>
          </a:prstGeom>
          <a:ln w="18000">
            <a:noFill/>
          </a:ln>
        </p:spPr>
      </p:pic>
      <p:sp>
        <p:nvSpPr>
          <p:cNvPr id="2" name="PlaceHolder 1"/>
          <p:cNvSpPr>
            <a:spLocks noGrp="1"/>
          </p:cNvSpPr>
          <p:nvPr>
            <p:ph type="sldNum" idx="9"/>
          </p:nvPr>
        </p:nvSpPr>
        <p:spPr/>
        <p:txBody>
          <a:bodyPr/>
          <a:p>
            <a:fld id="{06C0D59E-61CF-4FE0-AC65-87E539F7C389}" type="slidenum">
              <a:t>89</a:t>
            </a:fld>
          </a:p>
        </p:txBody>
      </p:sp>
    </p:spTree>
  </p:cSld>
  <mc:AlternateContent>
    <mc:Choice Requires="p14">
      <p:transition spd="slow" p14:dur="16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11</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2024-11-15T20:09:26Z</dcterms:created>
  <dc:creator/>
  <dc:description/>
  <dc:language>ru-RU</dc:language>
  <cp:lastModifiedBy/>
  <dcterms:modified xsi:type="dcterms:W3CDTF">2024-11-15T20:50:17Z</dcterms:modified>
  <cp:revision>3</cp:revision>
  <dc:subject/>
  <dc:title>Beehive</dc:title>
</cp:coreProperties>
</file>