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0.png" ContentType="image/png"/>
  <Override PartName="/ppt/media/image39.png" ContentType="image/png"/>
  <Override PartName="/ppt/media/image9.png" ContentType="image/png"/>
  <Override PartName="/ppt/media/image13.png" ContentType="image/png"/>
  <Override PartName="/ppt/media/image1.png" ContentType="image/png"/>
  <Override PartName="/ppt/media/image38.png" ContentType="image/png"/>
  <Override PartName="/ppt/media/image8.png" ContentType="image/png"/>
  <Override PartName="/ppt/media/image49.png" ContentType="image/png"/>
  <Override PartName="/ppt/media/image20.png" ContentType="image/png"/>
  <Override PartName="/ppt/media/image57.png" ContentType="image/png"/>
  <Override PartName="/ppt/media/image21.png" ContentType="image/png"/>
  <Override PartName="/ppt/media/image58.png" ContentType="image/png"/>
  <Override PartName="/ppt/media/image22.png" ContentType="image/png"/>
  <Override PartName="/ppt/media/image59.png" ContentType="image/png"/>
  <Override PartName="/ppt/media/image23.png" ContentType="image/png"/>
  <Override PartName="/ppt/media/image60.png" ContentType="image/png"/>
  <Override PartName="/ppt/media/image24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31.png" ContentType="image/png"/>
  <Override PartName="/ppt/media/image68.png" ContentType="image/png"/>
  <Override PartName="/ppt/media/image66.png" ContentType="image/png"/>
  <Override PartName="/ppt/media/image79.png" ContentType="image/png"/>
  <Override PartName="/ppt/media/image67.png" ContentType="image/png"/>
  <Override PartName="/ppt/media/image78.png" ContentType="image/png"/>
  <Override PartName="/ppt/media/image77.png" ContentType="image/png"/>
  <Override PartName="/ppt/media/image76.png" ContentType="image/png"/>
  <Override PartName="/ppt/media/image75.png" ContentType="image/png"/>
  <Override PartName="/ppt/media/image74.png" ContentType="image/png"/>
  <Override PartName="/ppt/media/image73.png" ContentType="image/png"/>
  <Override PartName="/ppt/media/image72.png" ContentType="image/png"/>
  <Override PartName="/ppt/media/image71.png" ContentType="image/png"/>
  <Override PartName="/ppt/media/image29.png" ContentType="image/png"/>
  <Override PartName="/ppt/media/image69.png" ContentType="image/png"/>
  <Override PartName="/ppt/media/image32.png" ContentType="image/png"/>
  <Override PartName="/ppt/media/image70.png" ContentType="image/png"/>
  <Override PartName="/ppt/media/image28.png" ContentType="image/png"/>
  <Override PartName="/ppt/media/image25.png" ContentType="image/png"/>
  <Override PartName="/ppt/media/image2.png" ContentType="image/png"/>
  <Override PartName="/ppt/media/image14.png" ContentType="image/png"/>
  <Override PartName="/ppt/media/image26.png" ContentType="image/png"/>
  <Override PartName="/ppt/media/image80.png" ContentType="image/png"/>
  <Override PartName="/ppt/media/image15.png" ContentType="image/png"/>
  <Override PartName="/ppt/media/image3.png" ContentType="image/png"/>
  <Override PartName="/ppt/media/image33.png" ContentType="image/png"/>
  <Override PartName="/ppt/media/image27.png" ContentType="image/png"/>
  <Override PartName="/ppt/media/image81.png" ContentType="image/png"/>
  <Override PartName="/ppt/media/image16.png" ContentType="image/png"/>
  <Override PartName="/ppt/media/image4.png" ContentType="image/png"/>
  <Override PartName="/ppt/media/image34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7.png" ContentType="image/png"/>
  <Override PartName="/ppt/media/image37.png" ContentType="image/png"/>
  <Override PartName="/ppt/media/image12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40.xml" ContentType="application/vnd.openxmlformats-officedocument.presentationml.slide+xml"/>
  <Override PartName="/ppt/slides/slide6.xml" ContentType="application/vnd.openxmlformats-officedocument.presentationml.slide+xml"/>
  <Override PartName="/ppt/slides/slide41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_rels/slide47.xml.rels" ContentType="application/vnd.openxmlformats-package.relationships+xml"/>
  <Override PartName="/ppt/slides/_rels/slide54.xml.rels" ContentType="application/vnd.openxmlformats-package.relationships+xml"/>
  <Override PartName="/ppt/slides/_rels/slide4.xml.rels" ContentType="application/vnd.openxmlformats-package.relationships+xml"/>
  <Override PartName="/ppt/slides/_rels/slide8.xml.rels" ContentType="application/vnd.openxmlformats-package.relationships+xml"/>
  <Override PartName="/ppt/slides/_rels/slide43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8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31.xml.rels" ContentType="application/vnd.openxmlformats-package.relationships+xml"/>
  <Override PartName="/ppt/slides/_rels/slide39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53.xml.rels" ContentType="application/vnd.openxmlformats-package.relationships+xml"/>
  <Override PartName="/ppt/slides/_rels/slide46.xml.rels" ContentType="application/vnd.openxmlformats-package.relationships+xml"/>
  <Override PartName="/ppt/slides/_rels/slide52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38.xml.rels" ContentType="application/vnd.openxmlformats-package.relationships+xml"/>
  <Override PartName="/ppt/slides/_rels/slide23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51.xml.rels" ContentType="application/vnd.openxmlformats-package.relationships+xml"/>
  <Override PartName="/ppt/slides/_rels/slide35.xml.rels" ContentType="application/vnd.openxmlformats-package.relationships+xml"/>
  <Override PartName="/ppt/slides/_rels/slide57.xml.rels" ContentType="application/vnd.openxmlformats-package.relationships+xml"/>
  <Override PartName="/ppt/slides/_rels/slide42.xml.rels" ContentType="application/vnd.openxmlformats-package.relationships+xml"/>
  <Override PartName="/ppt/slides/_rels/slide41.xml.rels" ContentType="application/vnd.openxmlformats-package.relationships+xml"/>
  <Override PartName="/ppt/slides/_rels/slide56.xml.rels" ContentType="application/vnd.openxmlformats-package.relationships+xml"/>
  <Override PartName="/ppt/slides/_rels/slide50.xml.rels" ContentType="application/vnd.openxmlformats-package.relationships+xml"/>
  <Override PartName="/ppt/slides/_rels/slide34.xml.rels" ContentType="application/vnd.openxmlformats-package.relationships+xml"/>
  <Override PartName="/ppt/slides/_rels/slide49.xml.rels" ContentType="application/vnd.openxmlformats-package.relationships+xml"/>
  <Override PartName="/ppt/slides/_rels/slide6.xml.rels" ContentType="application/vnd.openxmlformats-package.relationships+xml"/>
  <Override PartName="/ppt/slides/_rels/slide40.xml.rels" ContentType="application/vnd.openxmlformats-package.relationships+xml"/>
  <Override PartName="/ppt/slides/_rels/slide55.xml.rels" ContentType="application/vnd.openxmlformats-package.relationships+xml"/>
  <Override PartName="/ppt/slides/_rels/slide5.xml.rels" ContentType="application/vnd.openxmlformats-package.relationships+xml"/>
  <Override PartName="/ppt/slides/_rels/slide33.xml.rels" ContentType="application/vnd.openxmlformats-package.relationships+xml"/>
  <Override PartName="/ppt/slides/_rels/slide48.xml.rels" ContentType="application/vnd.openxmlformats-package.relationships+xml"/>
  <Override PartName="/ppt/slides/_rels/slide32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16.xml.rels" ContentType="application/vnd.openxmlformats-package.relationships+xml"/>
  <Override PartName="/ppt/slides/slide30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2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2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2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2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2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2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2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25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png"/><Relationship Id="rId3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slideLayout" Target="../slideLayouts/slideLayout1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slideLayout" Target="../slideLayouts/slideLayout1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slideLayout" Target="../slideLayouts/slideLayout13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slideLayout" Target="../slideLayouts/slideLayout1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png"/><Relationship Id="rId3" Type="http://schemas.openxmlformats.org/officeDocument/2006/relationships/slideLayout" Target="../slideLayouts/slideLayout1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slideLayout" Target="../slideLayouts/slideLayout1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image" Target="../media/image77.png"/><Relationship Id="rId3" Type="http://schemas.openxmlformats.org/officeDocument/2006/relationships/slideLayout" Target="../slideLayouts/slideLayout1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78.png"/><Relationship Id="rId2" Type="http://schemas.openxmlformats.org/officeDocument/2006/relationships/image" Target="../media/image79.png"/><Relationship Id="rId3" Type="http://schemas.openxmlformats.org/officeDocument/2006/relationships/slideLayout" Target="../slideLayouts/slideLayout13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image" Target="../media/image8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Разработка на </a:t>
            </a:r>
            <a:r>
              <a:rPr b="1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Ruby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15" name="TextShape 2"/>
          <p:cNvSpPr/>
          <p:nvPr/>
        </p:nvSpPr>
        <p:spPr>
          <a:xfrm>
            <a:off x="1371600" y="3886200"/>
            <a:ext cx="6399720" cy="17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</a:pPr>
            <a:r>
              <a:rPr b="0" lang="ru-RU" sz="3200" spc="-1" strike="noStrike">
                <a:solidFill>
                  <a:srgbClr val="8b8b8b"/>
                </a:solidFill>
                <a:latin typeface="Calibri"/>
                <a:ea typeface="DejaVu Sans"/>
              </a:rPr>
              <a:t>Лекция 7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Учебные вопросы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17" name="TextShape 2"/>
          <p:cNvSpPr/>
          <p:nvPr/>
        </p:nvSpPr>
        <p:spPr>
          <a:xfrm>
            <a:off x="467640" y="692640"/>
            <a:ext cx="8228520" cy="60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test</a:t>
            </a:r>
            <a:endParaRPr b="0" lang="ru-RU" sz="32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2.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doc</a:t>
            </a:r>
            <a:endParaRPr b="0" lang="ru-RU" sz="32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3.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gem</a:t>
            </a:r>
            <a:endParaRPr b="0" lang="ru-RU" sz="32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4. Synatra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19" name="Рисунок 3" descr=""/>
          <p:cNvPicPr/>
          <p:nvPr/>
        </p:nvPicPr>
        <p:blipFill>
          <a:blip r:embed="rId1"/>
          <a:stretch/>
        </p:blipFill>
        <p:spPr>
          <a:xfrm>
            <a:off x="1410120" y="2752920"/>
            <a:ext cx="6323040" cy="135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21" name="Рисунок 2" descr=""/>
          <p:cNvPicPr/>
          <p:nvPr/>
        </p:nvPicPr>
        <p:blipFill>
          <a:blip r:embed="rId1"/>
          <a:stretch/>
        </p:blipFill>
        <p:spPr>
          <a:xfrm>
            <a:off x="1916640" y="1417320"/>
            <a:ext cx="4866120" cy="1256400"/>
          </a:xfrm>
          <a:prstGeom prst="rect">
            <a:avLst/>
          </a:prstGeom>
          <a:ln w="0">
            <a:noFill/>
          </a:ln>
        </p:spPr>
      </p:pic>
      <p:pic>
        <p:nvPicPr>
          <p:cNvPr id="122" name="Рисунок 4" descr=""/>
          <p:cNvPicPr/>
          <p:nvPr/>
        </p:nvPicPr>
        <p:blipFill>
          <a:blip r:embed="rId2"/>
          <a:stretch/>
        </p:blipFill>
        <p:spPr>
          <a:xfrm>
            <a:off x="2024280" y="3326400"/>
            <a:ext cx="5094360" cy="148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24" name="Рисунок 3" descr=""/>
          <p:cNvPicPr/>
          <p:nvPr/>
        </p:nvPicPr>
        <p:blipFill>
          <a:blip r:embed="rId1"/>
          <a:stretch/>
        </p:blipFill>
        <p:spPr>
          <a:xfrm>
            <a:off x="1216440" y="1417320"/>
            <a:ext cx="6370560" cy="218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26" name="Рисунок 2" descr=""/>
          <p:cNvPicPr/>
          <p:nvPr/>
        </p:nvPicPr>
        <p:blipFill>
          <a:blip r:embed="rId1"/>
          <a:stretch/>
        </p:blipFill>
        <p:spPr>
          <a:xfrm>
            <a:off x="1710000" y="1323720"/>
            <a:ext cx="4913640" cy="761040"/>
          </a:xfrm>
          <a:prstGeom prst="rect">
            <a:avLst/>
          </a:prstGeom>
          <a:ln w="0">
            <a:noFill/>
          </a:ln>
        </p:spPr>
      </p:pic>
      <p:pic>
        <p:nvPicPr>
          <p:cNvPr id="127" name="Рисунок 4" descr=""/>
          <p:cNvPicPr/>
          <p:nvPr/>
        </p:nvPicPr>
        <p:blipFill>
          <a:blip r:embed="rId2"/>
          <a:stretch/>
        </p:blipFill>
        <p:spPr>
          <a:xfrm>
            <a:off x="1830600" y="2240280"/>
            <a:ext cx="4437360" cy="203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29" name="Рисунок 3" descr=""/>
          <p:cNvPicPr/>
          <p:nvPr/>
        </p:nvPicPr>
        <p:blipFill>
          <a:blip r:embed="rId1"/>
          <a:stretch/>
        </p:blipFill>
        <p:spPr>
          <a:xfrm>
            <a:off x="1276920" y="1438560"/>
            <a:ext cx="6589800" cy="398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31" name="Рисунок 2" descr=""/>
          <p:cNvPicPr/>
          <p:nvPr/>
        </p:nvPicPr>
        <p:blipFill>
          <a:blip r:embed="rId1"/>
          <a:stretch/>
        </p:blipFill>
        <p:spPr>
          <a:xfrm>
            <a:off x="1319760" y="1324080"/>
            <a:ext cx="6504120" cy="42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33" name="Рисунок 3" descr=""/>
          <p:cNvPicPr/>
          <p:nvPr/>
        </p:nvPicPr>
        <p:blipFill>
          <a:blip r:embed="rId1"/>
          <a:stretch/>
        </p:blipFill>
        <p:spPr>
          <a:xfrm>
            <a:off x="1091880" y="1187280"/>
            <a:ext cx="6228000" cy="1713600"/>
          </a:xfrm>
          <a:prstGeom prst="rect">
            <a:avLst/>
          </a:prstGeom>
          <a:ln w="0">
            <a:noFill/>
          </a:ln>
        </p:spPr>
      </p:pic>
      <p:pic>
        <p:nvPicPr>
          <p:cNvPr id="134" name="Рисунок 4" descr=""/>
          <p:cNvPicPr/>
          <p:nvPr/>
        </p:nvPicPr>
        <p:blipFill>
          <a:blip r:embed="rId2"/>
          <a:stretch/>
        </p:blipFill>
        <p:spPr>
          <a:xfrm>
            <a:off x="1711080" y="3308760"/>
            <a:ext cx="4989600" cy="128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36" name="Рисунок 2" descr=""/>
          <p:cNvPicPr/>
          <p:nvPr/>
        </p:nvPicPr>
        <p:blipFill>
          <a:blip r:embed="rId1"/>
          <a:stretch/>
        </p:blipFill>
        <p:spPr>
          <a:xfrm>
            <a:off x="1371960" y="1490760"/>
            <a:ext cx="6399360" cy="387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38" name="Рисунок 3" descr=""/>
          <p:cNvPicPr/>
          <p:nvPr/>
        </p:nvPicPr>
        <p:blipFill>
          <a:blip r:embed="rId1"/>
          <a:stretch/>
        </p:blipFill>
        <p:spPr>
          <a:xfrm>
            <a:off x="1448280" y="1143360"/>
            <a:ext cx="6246720" cy="4570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40" name="Рисунок 2" descr=""/>
          <p:cNvPicPr/>
          <p:nvPr/>
        </p:nvPicPr>
        <p:blipFill>
          <a:blip r:embed="rId1"/>
          <a:stretch/>
        </p:blipFill>
        <p:spPr>
          <a:xfrm>
            <a:off x="2571840" y="1150920"/>
            <a:ext cx="3999240" cy="215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42" name="Рисунок 3" descr=""/>
          <p:cNvPicPr/>
          <p:nvPr/>
        </p:nvPicPr>
        <p:blipFill>
          <a:blip r:embed="rId1"/>
          <a:stretch/>
        </p:blipFill>
        <p:spPr>
          <a:xfrm>
            <a:off x="1386360" y="1657440"/>
            <a:ext cx="6370560" cy="354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44" name="Рисунок 2" descr=""/>
          <p:cNvPicPr/>
          <p:nvPr/>
        </p:nvPicPr>
        <p:blipFill>
          <a:blip r:embed="rId1"/>
          <a:stretch/>
        </p:blipFill>
        <p:spPr>
          <a:xfrm>
            <a:off x="1295640" y="1833840"/>
            <a:ext cx="6551640" cy="318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46" name="Рисунок 3" descr=""/>
          <p:cNvPicPr/>
          <p:nvPr/>
        </p:nvPicPr>
        <p:blipFill>
          <a:blip r:embed="rId1"/>
          <a:stretch/>
        </p:blipFill>
        <p:spPr>
          <a:xfrm>
            <a:off x="1433880" y="2129040"/>
            <a:ext cx="6275520" cy="259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48" name="Рисунок 2" descr=""/>
          <p:cNvPicPr/>
          <p:nvPr/>
        </p:nvPicPr>
        <p:blipFill>
          <a:blip r:embed="rId1"/>
          <a:stretch/>
        </p:blipFill>
        <p:spPr>
          <a:xfrm>
            <a:off x="2040480" y="1030320"/>
            <a:ext cx="6342120" cy="568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50" name="Рисунок 3" descr=""/>
          <p:cNvPicPr/>
          <p:nvPr/>
        </p:nvPicPr>
        <p:blipFill>
          <a:blip r:embed="rId1"/>
          <a:stretch/>
        </p:blipFill>
        <p:spPr>
          <a:xfrm>
            <a:off x="2324520" y="846000"/>
            <a:ext cx="6361200" cy="541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52" name="Рисунок 2" descr=""/>
          <p:cNvPicPr/>
          <p:nvPr/>
        </p:nvPicPr>
        <p:blipFill>
          <a:blip r:embed="rId1"/>
          <a:stretch/>
        </p:blipFill>
        <p:spPr>
          <a:xfrm>
            <a:off x="1509480" y="1304640"/>
            <a:ext cx="5523120" cy="192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54" name="Рисунок 3" descr=""/>
          <p:cNvPicPr/>
          <p:nvPr/>
        </p:nvPicPr>
        <p:blipFill>
          <a:blip r:embed="rId1"/>
          <a:stretch/>
        </p:blipFill>
        <p:spPr>
          <a:xfrm>
            <a:off x="1895760" y="1481400"/>
            <a:ext cx="5351760" cy="389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56" name="Рисунок 2" descr=""/>
          <p:cNvPicPr/>
          <p:nvPr/>
        </p:nvPicPr>
        <p:blipFill>
          <a:blip r:embed="rId1"/>
          <a:stretch/>
        </p:blipFill>
        <p:spPr>
          <a:xfrm>
            <a:off x="1467360" y="2195640"/>
            <a:ext cx="6208920" cy="246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58" name="Рисунок 3" descr=""/>
          <p:cNvPicPr/>
          <p:nvPr/>
        </p:nvPicPr>
        <p:blipFill>
          <a:blip r:embed="rId1"/>
          <a:stretch/>
        </p:blipFill>
        <p:spPr>
          <a:xfrm>
            <a:off x="1452960" y="1705320"/>
            <a:ext cx="6237360" cy="344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60" name="Рисунок 2" descr=""/>
          <p:cNvPicPr/>
          <p:nvPr/>
        </p:nvPicPr>
        <p:blipFill>
          <a:blip r:embed="rId1"/>
          <a:stretch/>
        </p:blipFill>
        <p:spPr>
          <a:xfrm>
            <a:off x="1681560" y="1457640"/>
            <a:ext cx="5780160" cy="394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62" name="Рисунок 3" descr=""/>
          <p:cNvPicPr/>
          <p:nvPr/>
        </p:nvPicPr>
        <p:blipFill>
          <a:blip r:embed="rId1"/>
          <a:stretch/>
        </p:blipFill>
        <p:spPr>
          <a:xfrm>
            <a:off x="1919520" y="2371680"/>
            <a:ext cx="5303880" cy="211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Тесты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64" name="Рисунок 2" descr=""/>
          <p:cNvPicPr/>
          <p:nvPr/>
        </p:nvPicPr>
        <p:blipFill>
          <a:blip r:embed="rId1"/>
          <a:stretch/>
        </p:blipFill>
        <p:spPr>
          <a:xfrm>
            <a:off x="1376640" y="2157480"/>
            <a:ext cx="6389640" cy="254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Doc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66" name="Рисунок 3" descr=""/>
          <p:cNvPicPr/>
          <p:nvPr/>
        </p:nvPicPr>
        <p:blipFill>
          <a:blip r:embed="rId1"/>
          <a:stretch/>
        </p:blipFill>
        <p:spPr>
          <a:xfrm>
            <a:off x="1305360" y="1752840"/>
            <a:ext cx="6532560" cy="335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Doc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68" name="Рисунок 2" descr=""/>
          <p:cNvPicPr/>
          <p:nvPr/>
        </p:nvPicPr>
        <p:blipFill>
          <a:blip r:embed="rId1"/>
          <a:stretch/>
        </p:blipFill>
        <p:spPr>
          <a:xfrm>
            <a:off x="1243440" y="1200600"/>
            <a:ext cx="6656400" cy="4456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Doc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70" name="Рисунок 3" descr=""/>
          <p:cNvPicPr/>
          <p:nvPr/>
        </p:nvPicPr>
        <p:blipFill>
          <a:blip r:embed="rId1"/>
          <a:stretch/>
        </p:blipFill>
        <p:spPr>
          <a:xfrm>
            <a:off x="1991880" y="846000"/>
            <a:ext cx="4532760" cy="1199160"/>
          </a:xfrm>
          <a:prstGeom prst="rect">
            <a:avLst/>
          </a:prstGeom>
          <a:ln w="0">
            <a:noFill/>
          </a:ln>
        </p:spPr>
      </p:pic>
      <p:pic>
        <p:nvPicPr>
          <p:cNvPr id="171" name="Рисунок 4" descr=""/>
          <p:cNvPicPr/>
          <p:nvPr/>
        </p:nvPicPr>
        <p:blipFill>
          <a:blip r:embed="rId2"/>
          <a:stretch/>
        </p:blipFill>
        <p:spPr>
          <a:xfrm>
            <a:off x="1810800" y="2268720"/>
            <a:ext cx="4713480" cy="1065960"/>
          </a:xfrm>
          <a:prstGeom prst="rect">
            <a:avLst/>
          </a:prstGeom>
          <a:ln w="0">
            <a:noFill/>
          </a:ln>
        </p:spPr>
      </p:pic>
      <p:pic>
        <p:nvPicPr>
          <p:cNvPr id="172" name="Рисунок 5" descr=""/>
          <p:cNvPicPr/>
          <p:nvPr/>
        </p:nvPicPr>
        <p:blipFill>
          <a:blip r:embed="rId3"/>
          <a:stretch/>
        </p:blipFill>
        <p:spPr>
          <a:xfrm>
            <a:off x="1167480" y="3782880"/>
            <a:ext cx="6599160" cy="190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Doc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74" name="Рисунок 2" descr=""/>
          <p:cNvPicPr/>
          <p:nvPr/>
        </p:nvPicPr>
        <p:blipFill>
          <a:blip r:embed="rId1"/>
          <a:stretch/>
        </p:blipFill>
        <p:spPr>
          <a:xfrm>
            <a:off x="1433520" y="1123560"/>
            <a:ext cx="6589800" cy="502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Doc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76" name="Рисунок 3" descr=""/>
          <p:cNvPicPr/>
          <p:nvPr/>
        </p:nvPicPr>
        <p:blipFill>
          <a:blip r:embed="rId1"/>
          <a:stretch/>
        </p:blipFill>
        <p:spPr>
          <a:xfrm>
            <a:off x="1229040" y="1581480"/>
            <a:ext cx="6684840" cy="369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Doc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78" name="Рисунок 2" descr=""/>
          <p:cNvPicPr/>
          <p:nvPr/>
        </p:nvPicPr>
        <p:blipFill>
          <a:blip r:embed="rId1"/>
          <a:stretch/>
        </p:blipFill>
        <p:spPr>
          <a:xfrm>
            <a:off x="2229120" y="2186280"/>
            <a:ext cx="4685040" cy="248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Doc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80" name="Рисунок 3" descr=""/>
          <p:cNvPicPr/>
          <p:nvPr/>
        </p:nvPicPr>
        <p:blipFill>
          <a:blip r:embed="rId1"/>
          <a:stretch/>
        </p:blipFill>
        <p:spPr>
          <a:xfrm>
            <a:off x="2681280" y="164880"/>
            <a:ext cx="3780360" cy="2504160"/>
          </a:xfrm>
          <a:prstGeom prst="rect">
            <a:avLst/>
          </a:prstGeom>
          <a:ln w="0">
            <a:noFill/>
          </a:ln>
        </p:spPr>
      </p:pic>
      <p:pic>
        <p:nvPicPr>
          <p:cNvPr id="181" name="Рисунок 4" descr=""/>
          <p:cNvPicPr/>
          <p:nvPr/>
        </p:nvPicPr>
        <p:blipFill>
          <a:blip r:embed="rId2"/>
          <a:stretch/>
        </p:blipFill>
        <p:spPr>
          <a:xfrm>
            <a:off x="1605240" y="3021480"/>
            <a:ext cx="5932440" cy="209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Doc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83" name="Рисунок 3" descr=""/>
          <p:cNvPicPr/>
          <p:nvPr/>
        </p:nvPicPr>
        <p:blipFill>
          <a:blip r:embed="rId1"/>
          <a:stretch/>
        </p:blipFill>
        <p:spPr>
          <a:xfrm>
            <a:off x="2681280" y="164880"/>
            <a:ext cx="3780360" cy="2504160"/>
          </a:xfrm>
          <a:prstGeom prst="rect">
            <a:avLst/>
          </a:prstGeom>
          <a:ln w="0">
            <a:noFill/>
          </a:ln>
        </p:spPr>
      </p:pic>
      <p:pic>
        <p:nvPicPr>
          <p:cNvPr id="184" name="Рисунок 2" descr=""/>
          <p:cNvPicPr/>
          <p:nvPr/>
        </p:nvPicPr>
        <p:blipFill>
          <a:blip r:embed="rId2"/>
          <a:stretch/>
        </p:blipFill>
        <p:spPr>
          <a:xfrm>
            <a:off x="1895760" y="2669760"/>
            <a:ext cx="5351760" cy="2656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Doc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86" name="Рисунок 4" descr=""/>
          <p:cNvPicPr/>
          <p:nvPr/>
        </p:nvPicPr>
        <p:blipFill>
          <a:blip r:embed="rId1"/>
          <a:stretch/>
        </p:blipFill>
        <p:spPr>
          <a:xfrm>
            <a:off x="2400480" y="1511640"/>
            <a:ext cx="4341960" cy="2475360"/>
          </a:xfrm>
          <a:prstGeom prst="rect">
            <a:avLst/>
          </a:prstGeom>
          <a:ln w="0">
            <a:noFill/>
          </a:ln>
        </p:spPr>
      </p:pic>
      <p:pic>
        <p:nvPicPr>
          <p:cNvPr id="187" name="Рисунок 5" descr=""/>
          <p:cNvPicPr/>
          <p:nvPr/>
        </p:nvPicPr>
        <p:blipFill>
          <a:blip r:embed="rId2"/>
          <a:stretch/>
        </p:blipFill>
        <p:spPr>
          <a:xfrm>
            <a:off x="2400480" y="4220640"/>
            <a:ext cx="4142160" cy="134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Doc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89" name="Рисунок 2" descr=""/>
          <p:cNvPicPr/>
          <p:nvPr/>
        </p:nvPicPr>
        <p:blipFill>
          <a:blip r:embed="rId1"/>
          <a:stretch/>
        </p:blipFill>
        <p:spPr>
          <a:xfrm>
            <a:off x="1267200" y="1981440"/>
            <a:ext cx="6608880" cy="289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gem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191" name="Рисунок 1" descr=""/>
          <p:cNvPicPr/>
          <p:nvPr/>
        </p:nvPicPr>
        <p:blipFill>
          <a:blip r:embed="rId1"/>
          <a:stretch/>
        </p:blipFill>
        <p:spPr>
          <a:xfrm>
            <a:off x="467640" y="1024560"/>
            <a:ext cx="2085120" cy="799560"/>
          </a:xfrm>
          <a:prstGeom prst="rect">
            <a:avLst/>
          </a:prstGeom>
          <a:ln w="0">
            <a:noFill/>
          </a:ln>
        </p:spPr>
      </p:pic>
      <p:pic>
        <p:nvPicPr>
          <p:cNvPr id="192" name="Рисунок 2" descr=""/>
          <p:cNvPicPr/>
          <p:nvPr/>
        </p:nvPicPr>
        <p:blipFill>
          <a:blip r:embed="rId2"/>
          <a:stretch/>
        </p:blipFill>
        <p:spPr>
          <a:xfrm>
            <a:off x="404280" y="1824840"/>
            <a:ext cx="3790080" cy="2228040"/>
          </a:xfrm>
          <a:prstGeom prst="rect">
            <a:avLst/>
          </a:prstGeom>
          <a:ln w="0">
            <a:noFill/>
          </a:ln>
        </p:spPr>
      </p:pic>
      <p:sp>
        <p:nvSpPr>
          <p:cNvPr id="193" name="Правая фигурная скобка 3"/>
          <p:cNvSpPr/>
          <p:nvPr/>
        </p:nvSpPr>
        <p:spPr>
          <a:xfrm>
            <a:off x="4050360" y="836280"/>
            <a:ext cx="1336680" cy="321660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4a7e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" name="TextBox 4"/>
          <p:cNvSpPr/>
          <p:nvPr/>
        </p:nvSpPr>
        <p:spPr>
          <a:xfrm>
            <a:off x="5695560" y="2183400"/>
            <a:ext cx="2289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*.gemspec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95" name="TextBox 8"/>
          <p:cNvSpPr/>
          <p:nvPr/>
        </p:nvSpPr>
        <p:spPr>
          <a:xfrm>
            <a:off x="467640" y="4853880"/>
            <a:ext cx="38541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gem build *.gemspec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96" name="Прямая со стрелкой 6"/>
          <p:cNvSpPr/>
          <p:nvPr/>
        </p:nvSpPr>
        <p:spPr>
          <a:xfrm flipV="1">
            <a:off x="4322520" y="5106960"/>
            <a:ext cx="1560240" cy="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" name="TextBox 11"/>
          <p:cNvSpPr/>
          <p:nvPr/>
        </p:nvSpPr>
        <p:spPr>
          <a:xfrm>
            <a:off x="6014160" y="4845960"/>
            <a:ext cx="2289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*-1.0.2.gem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98" name="TextBox 12"/>
          <p:cNvSpPr/>
          <p:nvPr/>
        </p:nvSpPr>
        <p:spPr>
          <a:xfrm>
            <a:off x="467640" y="5834520"/>
            <a:ext cx="38541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gem push *-1.0.2.gem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99" name="Прямая со стрелкой 13"/>
          <p:cNvSpPr/>
          <p:nvPr/>
        </p:nvSpPr>
        <p:spPr>
          <a:xfrm flipV="1">
            <a:off x="4322520" y="6095520"/>
            <a:ext cx="1560240" cy="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" name="Прямоугольник 7"/>
          <p:cNvSpPr/>
          <p:nvPr/>
        </p:nvSpPr>
        <p:spPr>
          <a:xfrm>
            <a:off x="6179040" y="5919120"/>
            <a:ext cx="2326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https://rubygems.org/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gem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02" name="Рисунок 5" descr=""/>
          <p:cNvPicPr/>
          <p:nvPr/>
        </p:nvPicPr>
        <p:blipFill>
          <a:blip r:embed="rId1"/>
          <a:stretch/>
        </p:blipFill>
        <p:spPr>
          <a:xfrm>
            <a:off x="467640" y="836280"/>
            <a:ext cx="7807320" cy="518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gem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04" name="Рисунок 5" descr=""/>
          <p:cNvPicPr/>
          <p:nvPr/>
        </p:nvPicPr>
        <p:blipFill>
          <a:blip r:embed="rId1"/>
          <a:stretch/>
        </p:blipFill>
        <p:spPr>
          <a:xfrm>
            <a:off x="467640" y="836280"/>
            <a:ext cx="7807320" cy="518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gem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06" name="Рисунок 1" descr=""/>
          <p:cNvPicPr/>
          <p:nvPr/>
        </p:nvPicPr>
        <p:blipFill>
          <a:blip r:embed="rId1"/>
          <a:stretch/>
        </p:blipFill>
        <p:spPr>
          <a:xfrm>
            <a:off x="335160" y="836280"/>
            <a:ext cx="8361000" cy="1703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gem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08" name="Рисунок 2" descr=""/>
          <p:cNvPicPr/>
          <p:nvPr/>
        </p:nvPicPr>
        <p:blipFill>
          <a:blip r:embed="rId1"/>
          <a:stretch/>
        </p:blipFill>
        <p:spPr>
          <a:xfrm>
            <a:off x="362520" y="935640"/>
            <a:ext cx="8672760" cy="257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gem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10" name="Рисунок 1" descr=""/>
          <p:cNvPicPr/>
          <p:nvPr/>
        </p:nvPicPr>
        <p:blipFill>
          <a:blip r:embed="rId1"/>
          <a:stretch/>
        </p:blipFill>
        <p:spPr>
          <a:xfrm>
            <a:off x="1472760" y="1052640"/>
            <a:ext cx="6438240" cy="1999440"/>
          </a:xfrm>
          <a:prstGeom prst="rect">
            <a:avLst/>
          </a:prstGeom>
          <a:ln w="0">
            <a:noFill/>
          </a:ln>
        </p:spPr>
      </p:pic>
      <p:pic>
        <p:nvPicPr>
          <p:cNvPr id="211" name="Рисунок 3" descr=""/>
          <p:cNvPicPr/>
          <p:nvPr/>
        </p:nvPicPr>
        <p:blipFill>
          <a:blip r:embed="rId2"/>
          <a:stretch/>
        </p:blipFill>
        <p:spPr>
          <a:xfrm>
            <a:off x="1472760" y="3453480"/>
            <a:ext cx="6414120" cy="161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gem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13" name="Рисунок 2" descr=""/>
          <p:cNvPicPr/>
          <p:nvPr/>
        </p:nvPicPr>
        <p:blipFill>
          <a:blip r:embed="rId1"/>
          <a:stretch/>
        </p:blipFill>
        <p:spPr>
          <a:xfrm>
            <a:off x="1129320" y="1089720"/>
            <a:ext cx="6904800" cy="1999440"/>
          </a:xfrm>
          <a:prstGeom prst="rect">
            <a:avLst/>
          </a:prstGeom>
          <a:ln w="0">
            <a:noFill/>
          </a:ln>
        </p:spPr>
      </p:pic>
      <p:pic>
        <p:nvPicPr>
          <p:cNvPr id="214" name="Рисунок 4" descr=""/>
          <p:cNvPicPr/>
          <p:nvPr/>
        </p:nvPicPr>
        <p:blipFill>
          <a:blip r:embed="rId2"/>
          <a:stretch/>
        </p:blipFill>
        <p:spPr>
          <a:xfrm>
            <a:off x="1129320" y="3541320"/>
            <a:ext cx="6934680" cy="228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gem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16" name="Рисунок 1" descr=""/>
          <p:cNvPicPr/>
          <p:nvPr/>
        </p:nvPicPr>
        <p:blipFill>
          <a:blip r:embed="rId1"/>
          <a:stretch/>
        </p:blipFill>
        <p:spPr>
          <a:xfrm>
            <a:off x="1400760" y="1002600"/>
            <a:ext cx="6361920" cy="409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gem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18" name="Рисунок 2" descr=""/>
          <p:cNvPicPr/>
          <p:nvPr/>
        </p:nvPicPr>
        <p:blipFill>
          <a:blip r:embed="rId1"/>
          <a:stretch/>
        </p:blipFill>
        <p:spPr>
          <a:xfrm>
            <a:off x="1494000" y="938520"/>
            <a:ext cx="6781320" cy="39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gem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20" name="Рисунок 1" descr=""/>
          <p:cNvPicPr/>
          <p:nvPr/>
        </p:nvPicPr>
        <p:blipFill>
          <a:blip r:embed="rId1"/>
          <a:stretch/>
        </p:blipFill>
        <p:spPr>
          <a:xfrm>
            <a:off x="1477080" y="1038600"/>
            <a:ext cx="6209640" cy="200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gem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22" name="Рисунок 2" descr=""/>
          <p:cNvPicPr/>
          <p:nvPr/>
        </p:nvPicPr>
        <p:blipFill>
          <a:blip r:embed="rId1"/>
          <a:stretch/>
        </p:blipFill>
        <p:spPr>
          <a:xfrm>
            <a:off x="1324800" y="1010160"/>
            <a:ext cx="6514560" cy="297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gem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24" name="Рисунок 1" descr=""/>
          <p:cNvPicPr/>
          <p:nvPr/>
        </p:nvPicPr>
        <p:blipFill>
          <a:blip r:embed="rId1"/>
          <a:stretch/>
        </p:blipFill>
        <p:spPr>
          <a:xfrm>
            <a:off x="666360" y="836280"/>
            <a:ext cx="4017600" cy="4644360"/>
          </a:xfrm>
          <a:prstGeom prst="rect">
            <a:avLst/>
          </a:prstGeom>
          <a:ln w="0">
            <a:noFill/>
          </a:ln>
        </p:spPr>
      </p:pic>
      <p:sp>
        <p:nvSpPr>
          <p:cNvPr id="225" name="Прямоугольник 3"/>
          <p:cNvSpPr/>
          <p:nvPr/>
        </p:nvSpPr>
        <p:spPr>
          <a:xfrm>
            <a:off x="5932800" y="1434240"/>
            <a:ext cx="15145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5400" spc="-1" strike="noStrike">
                <a:solidFill>
                  <a:srgbClr val="000000"/>
                </a:solidFill>
                <a:latin typeface="Arial"/>
                <a:ea typeface="DejaVu Sans"/>
              </a:rPr>
              <a:t>21.2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226" name="Прямоугольник 4"/>
          <p:cNvSpPr/>
          <p:nvPr/>
        </p:nvSpPr>
        <p:spPr>
          <a:xfrm>
            <a:off x="5392440" y="3964680"/>
            <a:ext cx="2791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https://ruby.github.io/rake/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synatra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28" name="Рисунок 2" descr=""/>
          <p:cNvPicPr/>
          <p:nvPr/>
        </p:nvPicPr>
        <p:blipFill>
          <a:blip r:embed="rId1"/>
          <a:stretch/>
        </p:blipFill>
        <p:spPr>
          <a:xfrm>
            <a:off x="3391560" y="1188720"/>
            <a:ext cx="2380680" cy="429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synatra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30" name="Рисунок 1" descr=""/>
          <p:cNvPicPr/>
          <p:nvPr/>
        </p:nvPicPr>
        <p:blipFill>
          <a:blip r:embed="rId1"/>
          <a:stretch/>
        </p:blipFill>
        <p:spPr>
          <a:xfrm>
            <a:off x="1386720" y="1131480"/>
            <a:ext cx="6609600" cy="2599560"/>
          </a:xfrm>
          <a:prstGeom prst="rect">
            <a:avLst/>
          </a:prstGeom>
          <a:ln w="0">
            <a:noFill/>
          </a:ln>
        </p:spPr>
      </p:pic>
      <p:pic>
        <p:nvPicPr>
          <p:cNvPr id="231" name="Рисунок 3" descr=""/>
          <p:cNvPicPr/>
          <p:nvPr/>
        </p:nvPicPr>
        <p:blipFill>
          <a:blip r:embed="rId2"/>
          <a:stretch/>
        </p:blipFill>
        <p:spPr>
          <a:xfrm>
            <a:off x="1222920" y="3947400"/>
            <a:ext cx="5027400" cy="2120040"/>
          </a:xfrm>
          <a:prstGeom prst="rect">
            <a:avLst/>
          </a:prstGeom>
          <a:ln w="0">
            <a:noFill/>
          </a:ln>
        </p:spPr>
      </p:pic>
      <p:sp>
        <p:nvSpPr>
          <p:cNvPr id="232" name="Прямоугольник 4"/>
          <p:cNvSpPr/>
          <p:nvPr/>
        </p:nvSpPr>
        <p:spPr>
          <a:xfrm>
            <a:off x="6867000" y="4546080"/>
            <a:ext cx="18194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e6b9b8"/>
                </a:solidFill>
                <a:latin typeface="Arial"/>
                <a:ea typeface="DejaVu Sans"/>
              </a:rPr>
              <a:t>sudo</a:t>
            </a:r>
            <a:endParaRPr b="0" lang="ru-RU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synatra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34" name="Рисунок 2" descr=""/>
          <p:cNvPicPr/>
          <p:nvPr/>
        </p:nvPicPr>
        <p:blipFill>
          <a:blip r:embed="rId1"/>
          <a:stretch/>
        </p:blipFill>
        <p:spPr>
          <a:xfrm>
            <a:off x="819720" y="1181520"/>
            <a:ext cx="2073240" cy="1237680"/>
          </a:xfrm>
          <a:prstGeom prst="rect">
            <a:avLst/>
          </a:prstGeom>
          <a:ln w="0">
            <a:noFill/>
          </a:ln>
        </p:spPr>
      </p:pic>
      <p:pic>
        <p:nvPicPr>
          <p:cNvPr id="235" name="Рисунок 4" descr=""/>
          <p:cNvPicPr/>
          <p:nvPr/>
        </p:nvPicPr>
        <p:blipFill>
          <a:blip r:embed="rId2"/>
          <a:stretch/>
        </p:blipFill>
        <p:spPr>
          <a:xfrm>
            <a:off x="819720" y="2880360"/>
            <a:ext cx="5626440" cy="1342800"/>
          </a:xfrm>
          <a:prstGeom prst="rect">
            <a:avLst/>
          </a:prstGeom>
          <a:ln w="0">
            <a:noFill/>
          </a:ln>
        </p:spPr>
      </p:pic>
      <p:pic>
        <p:nvPicPr>
          <p:cNvPr id="236" name="Рисунок 5" descr=""/>
          <p:cNvPicPr/>
          <p:nvPr/>
        </p:nvPicPr>
        <p:blipFill>
          <a:blip r:embed="rId3"/>
          <a:stretch/>
        </p:blipFill>
        <p:spPr>
          <a:xfrm>
            <a:off x="819720" y="4683960"/>
            <a:ext cx="3142080" cy="1360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synatra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38" name="Рисунок 1" descr=""/>
          <p:cNvPicPr/>
          <p:nvPr/>
        </p:nvPicPr>
        <p:blipFill>
          <a:blip r:embed="rId1"/>
          <a:stretch/>
        </p:blipFill>
        <p:spPr>
          <a:xfrm>
            <a:off x="4505040" y="836280"/>
            <a:ext cx="4104720" cy="2837880"/>
          </a:xfrm>
          <a:prstGeom prst="rect">
            <a:avLst/>
          </a:prstGeom>
          <a:ln w="0">
            <a:noFill/>
          </a:ln>
        </p:spPr>
      </p:pic>
      <p:pic>
        <p:nvPicPr>
          <p:cNvPr id="239" name="Рисунок 3" descr=""/>
          <p:cNvPicPr/>
          <p:nvPr/>
        </p:nvPicPr>
        <p:blipFill>
          <a:blip r:embed="rId2"/>
          <a:stretch/>
        </p:blipFill>
        <p:spPr>
          <a:xfrm>
            <a:off x="666720" y="1437480"/>
            <a:ext cx="3228120" cy="1285200"/>
          </a:xfrm>
          <a:prstGeom prst="rect">
            <a:avLst/>
          </a:prstGeom>
          <a:ln w="0">
            <a:noFill/>
          </a:ln>
        </p:spPr>
      </p:pic>
      <p:pic>
        <p:nvPicPr>
          <p:cNvPr id="240" name="Рисунок 6" descr=""/>
          <p:cNvPicPr/>
          <p:nvPr/>
        </p:nvPicPr>
        <p:blipFill>
          <a:blip r:embed="rId3"/>
          <a:stretch/>
        </p:blipFill>
        <p:spPr>
          <a:xfrm>
            <a:off x="2644560" y="4195440"/>
            <a:ext cx="3466440" cy="92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synatra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42" name="Рисунок 4" descr=""/>
          <p:cNvPicPr/>
          <p:nvPr/>
        </p:nvPicPr>
        <p:blipFill>
          <a:blip r:embed="rId1"/>
          <a:stretch/>
        </p:blipFill>
        <p:spPr>
          <a:xfrm>
            <a:off x="693000" y="1091160"/>
            <a:ext cx="3342600" cy="2494800"/>
          </a:xfrm>
          <a:prstGeom prst="rect">
            <a:avLst/>
          </a:prstGeom>
          <a:ln w="0">
            <a:noFill/>
          </a:ln>
        </p:spPr>
      </p:pic>
      <p:pic>
        <p:nvPicPr>
          <p:cNvPr id="243" name="Рисунок 5" descr=""/>
          <p:cNvPicPr/>
          <p:nvPr/>
        </p:nvPicPr>
        <p:blipFill>
          <a:blip r:embed="rId2"/>
          <a:stretch/>
        </p:blipFill>
        <p:spPr>
          <a:xfrm>
            <a:off x="4798440" y="836280"/>
            <a:ext cx="3332880" cy="1580400"/>
          </a:xfrm>
          <a:prstGeom prst="rect">
            <a:avLst/>
          </a:prstGeom>
          <a:ln w="0">
            <a:noFill/>
          </a:ln>
        </p:spPr>
      </p:pic>
      <p:pic>
        <p:nvPicPr>
          <p:cNvPr id="244" name="Рисунок 7" descr=""/>
          <p:cNvPicPr/>
          <p:nvPr/>
        </p:nvPicPr>
        <p:blipFill>
          <a:blip r:embed="rId3"/>
          <a:stretch/>
        </p:blipFill>
        <p:spPr>
          <a:xfrm>
            <a:off x="4798440" y="2653560"/>
            <a:ext cx="3227040" cy="1954440"/>
          </a:xfrm>
          <a:prstGeom prst="rect">
            <a:avLst/>
          </a:prstGeom>
          <a:ln w="0">
            <a:noFill/>
          </a:ln>
        </p:spPr>
      </p:pic>
      <p:pic>
        <p:nvPicPr>
          <p:cNvPr id="245" name="Рисунок 8" descr=""/>
          <p:cNvPicPr/>
          <p:nvPr/>
        </p:nvPicPr>
        <p:blipFill>
          <a:blip r:embed="rId4"/>
          <a:stretch/>
        </p:blipFill>
        <p:spPr>
          <a:xfrm>
            <a:off x="693000" y="3631320"/>
            <a:ext cx="2890080" cy="232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synatra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47" name="Рисунок 1" descr=""/>
          <p:cNvPicPr/>
          <p:nvPr/>
        </p:nvPicPr>
        <p:blipFill>
          <a:blip r:embed="rId1"/>
          <a:stretch/>
        </p:blipFill>
        <p:spPr>
          <a:xfrm>
            <a:off x="281880" y="977760"/>
            <a:ext cx="3910680" cy="2879280"/>
          </a:xfrm>
          <a:prstGeom prst="rect">
            <a:avLst/>
          </a:prstGeom>
          <a:ln w="0">
            <a:noFill/>
          </a:ln>
        </p:spPr>
      </p:pic>
      <p:pic>
        <p:nvPicPr>
          <p:cNvPr id="248" name="Рисунок 2" descr=""/>
          <p:cNvPicPr/>
          <p:nvPr/>
        </p:nvPicPr>
        <p:blipFill>
          <a:blip r:embed="rId2"/>
          <a:stretch/>
        </p:blipFill>
        <p:spPr>
          <a:xfrm>
            <a:off x="3826440" y="977760"/>
            <a:ext cx="5119200" cy="1905840"/>
          </a:xfrm>
          <a:prstGeom prst="rect">
            <a:avLst/>
          </a:prstGeom>
          <a:ln w="0">
            <a:noFill/>
          </a:ln>
        </p:spPr>
      </p:pic>
      <p:pic>
        <p:nvPicPr>
          <p:cNvPr id="249" name="Рисунок 3" descr=""/>
          <p:cNvPicPr/>
          <p:nvPr/>
        </p:nvPicPr>
        <p:blipFill>
          <a:blip r:embed="rId3"/>
          <a:stretch/>
        </p:blipFill>
        <p:spPr>
          <a:xfrm>
            <a:off x="1377000" y="3734640"/>
            <a:ext cx="6409440" cy="866160"/>
          </a:xfrm>
          <a:prstGeom prst="rect">
            <a:avLst/>
          </a:prstGeom>
          <a:ln w="0">
            <a:noFill/>
          </a:ln>
        </p:spPr>
      </p:pic>
      <p:pic>
        <p:nvPicPr>
          <p:cNvPr id="250" name="Рисунок 6" descr=""/>
          <p:cNvPicPr/>
          <p:nvPr/>
        </p:nvPicPr>
        <p:blipFill>
          <a:blip r:embed="rId4"/>
          <a:stretch/>
        </p:blipFill>
        <p:spPr>
          <a:xfrm>
            <a:off x="1453320" y="4601160"/>
            <a:ext cx="6333480" cy="125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synatra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52" name="Рисунок 4" descr=""/>
          <p:cNvPicPr/>
          <p:nvPr/>
        </p:nvPicPr>
        <p:blipFill>
          <a:blip r:embed="rId1"/>
          <a:stretch/>
        </p:blipFill>
        <p:spPr>
          <a:xfrm>
            <a:off x="467640" y="760680"/>
            <a:ext cx="3399840" cy="2971080"/>
          </a:xfrm>
          <a:prstGeom prst="rect">
            <a:avLst/>
          </a:prstGeom>
          <a:ln w="0">
            <a:noFill/>
          </a:ln>
        </p:spPr>
      </p:pic>
      <p:pic>
        <p:nvPicPr>
          <p:cNvPr id="253" name="Рисунок 5" descr=""/>
          <p:cNvPicPr/>
          <p:nvPr/>
        </p:nvPicPr>
        <p:blipFill>
          <a:blip r:embed="rId2"/>
          <a:stretch/>
        </p:blipFill>
        <p:spPr>
          <a:xfrm>
            <a:off x="4818960" y="1108440"/>
            <a:ext cx="2609280" cy="227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synatra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55" name="Рисунок 1" descr=""/>
          <p:cNvPicPr/>
          <p:nvPr/>
        </p:nvPicPr>
        <p:blipFill>
          <a:blip r:embed="rId1"/>
          <a:stretch/>
        </p:blipFill>
        <p:spPr>
          <a:xfrm>
            <a:off x="1362960" y="836280"/>
            <a:ext cx="6438240" cy="568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synatra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57" name="Рисунок 2" descr=""/>
          <p:cNvPicPr/>
          <p:nvPr/>
        </p:nvPicPr>
        <p:blipFill>
          <a:blip r:embed="rId1"/>
          <a:stretch/>
        </p:blipFill>
        <p:spPr>
          <a:xfrm>
            <a:off x="1262880" y="911880"/>
            <a:ext cx="6638040" cy="1837440"/>
          </a:xfrm>
          <a:prstGeom prst="rect">
            <a:avLst/>
          </a:prstGeom>
          <a:ln w="0">
            <a:noFill/>
          </a:ln>
        </p:spPr>
      </p:pic>
      <p:pic>
        <p:nvPicPr>
          <p:cNvPr id="258" name="Рисунок 3" descr=""/>
          <p:cNvPicPr/>
          <p:nvPr/>
        </p:nvPicPr>
        <p:blipFill>
          <a:blip r:embed="rId2"/>
          <a:stretch/>
        </p:blipFill>
        <p:spPr>
          <a:xfrm>
            <a:off x="1141560" y="2826000"/>
            <a:ext cx="6638040" cy="387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synatra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60" name="Рисунок 1" descr=""/>
          <p:cNvPicPr/>
          <p:nvPr/>
        </p:nvPicPr>
        <p:blipFill>
          <a:blip r:embed="rId1"/>
          <a:stretch/>
        </p:blipFill>
        <p:spPr>
          <a:xfrm>
            <a:off x="1748520" y="836280"/>
            <a:ext cx="5666760" cy="2208960"/>
          </a:xfrm>
          <a:prstGeom prst="rect">
            <a:avLst/>
          </a:prstGeom>
          <a:ln w="0">
            <a:noFill/>
          </a:ln>
        </p:spPr>
      </p:pic>
      <p:pic>
        <p:nvPicPr>
          <p:cNvPr id="261" name="Рисунок 4" descr=""/>
          <p:cNvPicPr/>
          <p:nvPr/>
        </p:nvPicPr>
        <p:blipFill>
          <a:blip r:embed="rId2"/>
          <a:stretch/>
        </p:blipFill>
        <p:spPr>
          <a:xfrm>
            <a:off x="1877040" y="3426840"/>
            <a:ext cx="5409360" cy="288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Shape 1"/>
          <p:cNvSpPr/>
          <p:nvPr/>
        </p:nvSpPr>
        <p:spPr>
          <a:xfrm>
            <a:off x="467640" y="0"/>
            <a:ext cx="82285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synatra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63" name="Рисунок 2" descr=""/>
          <p:cNvPicPr/>
          <p:nvPr/>
        </p:nvPicPr>
        <p:blipFill>
          <a:blip r:embed="rId1"/>
          <a:stretch/>
        </p:blipFill>
        <p:spPr>
          <a:xfrm>
            <a:off x="467640" y="942120"/>
            <a:ext cx="3577680" cy="4079880"/>
          </a:xfrm>
          <a:prstGeom prst="rect">
            <a:avLst/>
          </a:prstGeom>
          <a:ln w="0">
            <a:noFill/>
          </a:ln>
        </p:spPr>
      </p:pic>
      <p:sp>
        <p:nvSpPr>
          <p:cNvPr id="264" name="Прямоугольник 3"/>
          <p:cNvSpPr/>
          <p:nvPr/>
        </p:nvSpPr>
        <p:spPr>
          <a:xfrm>
            <a:off x="208800" y="5359680"/>
            <a:ext cx="4094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5400" spc="-1" strike="noStrike">
                <a:solidFill>
                  <a:srgbClr val="4f81bd"/>
                </a:solidFill>
                <a:latin typeface="Arial"/>
                <a:ea typeface="DejaVu Sans"/>
              </a:rPr>
              <a:t>Главы 14-15</a:t>
            </a:r>
            <a:endParaRPr b="0" lang="ru-RU" sz="5400" spc="-1" strike="noStrike">
              <a:latin typeface="Arial"/>
            </a:endParaRPr>
          </a:p>
        </p:txBody>
      </p:sp>
      <p:pic>
        <p:nvPicPr>
          <p:cNvPr id="265" name="Рисунок 5" descr=""/>
          <p:cNvPicPr/>
          <p:nvPr/>
        </p:nvPicPr>
        <p:blipFill>
          <a:blip r:embed="rId2"/>
          <a:stretch/>
        </p:blipFill>
        <p:spPr>
          <a:xfrm>
            <a:off x="5530680" y="836280"/>
            <a:ext cx="3306600" cy="4635720"/>
          </a:xfrm>
          <a:prstGeom prst="rect">
            <a:avLst/>
          </a:prstGeom>
          <a:ln w="0">
            <a:noFill/>
          </a:ln>
        </p:spPr>
      </p:pic>
      <p:sp>
        <p:nvSpPr>
          <p:cNvPr id="266" name="Прямоугольник 7"/>
          <p:cNvSpPr/>
          <p:nvPr/>
        </p:nvSpPr>
        <p:spPr>
          <a:xfrm>
            <a:off x="4891680" y="5581080"/>
            <a:ext cx="4094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5400" spc="-1" strike="noStrike">
                <a:solidFill>
                  <a:srgbClr val="4f81bd"/>
                </a:solidFill>
                <a:latin typeface="Arial"/>
                <a:ea typeface="DejaVu Sans"/>
              </a:rPr>
              <a:t>Главы 18-19</a:t>
            </a:r>
            <a:endParaRPr b="0" lang="ru-RU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2220</TotalTime>
  <Application>LibreOffice/7.3.7.2$Linux_X86_64 LibreOffice_project/30$Build-2</Application>
  <AppVersion>15.0000</AppVersion>
  <Words>147</Words>
  <Paragraphs>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2020-03-19T07:02:32Z</dcterms:created>
  <dc:creator>ДНС</dc:creator>
  <dc:description/>
  <dc:language>ru-RU</dc:language>
  <cp:lastModifiedBy/>
  <dcterms:modified xsi:type="dcterms:W3CDTF">2024-11-16T11:18:02Z</dcterms:modified>
  <cp:revision>75</cp:revision>
  <dc:subject/>
  <dc:title>Обработка слов и чисел автоматами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Экран (4:3)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57</vt:i4>
  </property>
</Properties>
</file>